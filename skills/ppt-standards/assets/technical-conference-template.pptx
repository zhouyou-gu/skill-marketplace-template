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9c05f4a69046d3" /><Relationship Type="http://schemas.openxmlformats.org/officeDocument/2006/relationships/extended-properties" Target="/docProps/app.xml" Id="R64f2860859184134" /><Relationship Type="http://schemas.openxmlformats.org/officeDocument/2006/relationships/officeDocument" Target="/ppt/presentation.xml" Id="R8a3d406befff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6f36f2a82641a7"/>
  </p:sldMasterIdLst>
  <p:notesMasterIdLst>
    <p:notesMasterId xmlns:r="http://schemas.openxmlformats.org/officeDocument/2006/relationships" r:id="R37f1c6308bca4d31"/>
  </p:notesMasterIdLst>
  <p:sldIdLst>
    <p:sldId xmlns:r="http://schemas.openxmlformats.org/officeDocument/2006/relationships" id="256" r:id="R4b2516a9deaf4a5d"/>
    <p:sldId xmlns:r="http://schemas.openxmlformats.org/officeDocument/2006/relationships" id="257" r:id="R0f9e2942c3174452"/>
    <p:sldId xmlns:r="http://schemas.openxmlformats.org/officeDocument/2006/relationships" id="258" r:id="R136e52cf7a354d54"/>
    <p:sldId xmlns:r="http://schemas.openxmlformats.org/officeDocument/2006/relationships" id="259" r:id="R1bf0755fcb5d4b10"/>
    <p:sldId xmlns:r="http://schemas.openxmlformats.org/officeDocument/2006/relationships" id="260" r:id="R1388480b10aa4141"/>
    <p:sldId xmlns:r="http://schemas.openxmlformats.org/officeDocument/2006/relationships" id="261" r:id="Rb967b329db2845e4"/>
    <p:sldId xmlns:r="http://schemas.openxmlformats.org/officeDocument/2006/relationships" id="262" r:id="Rbcc110bbe30443dc"/>
    <p:sldId xmlns:r="http://schemas.openxmlformats.org/officeDocument/2006/relationships" id="263" r:id="R3a73cc7c94914571"/>
    <p:sldId xmlns:r="http://schemas.openxmlformats.org/officeDocument/2006/relationships" id="264" r:id="R44c6f00137474355"/>
    <p:sldId xmlns:r="http://schemas.openxmlformats.org/officeDocument/2006/relationships" id="265" r:id="R9510a1fc24bb4e61"/>
    <p:sldId xmlns:r="http://schemas.openxmlformats.org/officeDocument/2006/relationships" id="266" r:id="Re20df3044d8b410b"/>
    <p:sldId xmlns:r="http://schemas.openxmlformats.org/officeDocument/2006/relationships" id="267" r:id="Ra61f10e0715546ad"/>
    <p:sldId xmlns:r="http://schemas.openxmlformats.org/officeDocument/2006/relationships" id="268" r:id="R915cfe81997f4c80"/>
    <p:sldId xmlns:r="http://schemas.openxmlformats.org/officeDocument/2006/relationships" id="269" r:id="R4bd3483aa4df4696"/>
    <p:sldId xmlns:r="http://schemas.openxmlformats.org/officeDocument/2006/relationships" id="270" r:id="R1a1116c4dd1845ee"/>
    <p:sldId xmlns:r="http://schemas.openxmlformats.org/officeDocument/2006/relationships" id="271" r:id="Re2968e8de50b4c73"/>
    <p:sldId xmlns:r="http://schemas.openxmlformats.org/officeDocument/2006/relationships" id="272" r:id="R20ecf96479c44b35"/>
    <p:sldId xmlns:r="http://schemas.openxmlformats.org/officeDocument/2006/relationships" id="273" r:id="Re1c4db12cf7d41c9"/>
    <p:sldId xmlns:r="http://schemas.openxmlformats.org/officeDocument/2006/relationships" id="274" r:id="Rb29d99ae416744b4"/>
    <p:sldId xmlns:r="http://schemas.openxmlformats.org/officeDocument/2006/relationships" id="275" r:id="R5f0482f547e34fc3"/>
    <p:sldId xmlns:r="http://schemas.openxmlformats.org/officeDocument/2006/relationships" id="276" r:id="Rbef9102dc8af498d"/>
    <p:sldId xmlns:r="http://schemas.openxmlformats.org/officeDocument/2006/relationships" id="277" r:id="Red9c9b3e32bc4440"/>
    <p:sldId xmlns:r="http://schemas.openxmlformats.org/officeDocument/2006/relationships" id="278" r:id="R29d6186561ea4f2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dadd8c52944fc" /><Relationship Type="http://schemas.openxmlformats.org/officeDocument/2006/relationships/slideMaster" Target="/ppt/slideMasters/slideMaster1.xml" Id="R166f36f2a82641a7" /><Relationship Type="http://schemas.openxmlformats.org/officeDocument/2006/relationships/notesMaster" Target="/ppt/notesMasters/notesMaster1.xml" Id="R37f1c6308bca4d31" /><Relationship Type="http://schemas.openxmlformats.org/officeDocument/2006/relationships/presProps" Target="/ppt/presProps.xml" Id="Rbd716acc6eb04948" /><Relationship Type="http://schemas.openxmlformats.org/officeDocument/2006/relationships/viewProps" Target="/ppt/viewProps.xml" Id="R4995396c1e744320" /><Relationship Type="http://schemas.openxmlformats.org/officeDocument/2006/relationships/tableStyles" Target="/ppt/tableStyles.xml" Id="R91fb257414cc4de0" /><Relationship Type="http://schemas.openxmlformats.org/officeDocument/2006/relationships/slide" Target="/ppt/slides/slide1.xml" Id="R4b2516a9deaf4a5d" /><Relationship Type="http://schemas.openxmlformats.org/officeDocument/2006/relationships/slide" Target="/ppt/slides/slide2.xml" Id="R0f9e2942c3174452" /><Relationship Type="http://schemas.openxmlformats.org/officeDocument/2006/relationships/slide" Target="/ppt/slides/slide3.xml" Id="R136e52cf7a354d54" /><Relationship Type="http://schemas.openxmlformats.org/officeDocument/2006/relationships/slide" Target="/ppt/slides/slide4.xml" Id="R1bf0755fcb5d4b10" /><Relationship Type="http://schemas.openxmlformats.org/officeDocument/2006/relationships/slide" Target="/ppt/slides/slide5.xml" Id="R1388480b10aa4141" /><Relationship Type="http://schemas.openxmlformats.org/officeDocument/2006/relationships/slide" Target="/ppt/slides/slide6.xml" Id="Rb967b329db2845e4" /><Relationship Type="http://schemas.openxmlformats.org/officeDocument/2006/relationships/slide" Target="/ppt/slides/slide7.xml" Id="Rbcc110bbe30443dc" /><Relationship Type="http://schemas.openxmlformats.org/officeDocument/2006/relationships/slide" Target="/ppt/slides/slide8.xml" Id="R3a73cc7c94914571" /><Relationship Type="http://schemas.openxmlformats.org/officeDocument/2006/relationships/slide" Target="/ppt/slides/slide9.xml" Id="R44c6f00137474355" /><Relationship Type="http://schemas.openxmlformats.org/officeDocument/2006/relationships/slide" Target="/ppt/slides/slide10.xml" Id="R9510a1fc24bb4e61" /><Relationship Type="http://schemas.openxmlformats.org/officeDocument/2006/relationships/slide" Target="/ppt/slides/slide11.xml" Id="Re20df3044d8b410b" /><Relationship Type="http://schemas.openxmlformats.org/officeDocument/2006/relationships/slide" Target="/ppt/slides/slide12.xml" Id="Ra61f10e0715546ad" /><Relationship Type="http://schemas.openxmlformats.org/officeDocument/2006/relationships/slide" Target="/ppt/slides/slide13.xml" Id="R915cfe81997f4c80" /><Relationship Type="http://schemas.openxmlformats.org/officeDocument/2006/relationships/slide" Target="/ppt/slides/slide14.xml" Id="R4bd3483aa4df4696" /><Relationship Type="http://schemas.openxmlformats.org/officeDocument/2006/relationships/slide" Target="/ppt/slides/slide15.xml" Id="R1a1116c4dd1845ee" /><Relationship Type="http://schemas.openxmlformats.org/officeDocument/2006/relationships/slide" Target="/ppt/slides/slide16.xml" Id="Re2968e8de50b4c73" /><Relationship Type="http://schemas.openxmlformats.org/officeDocument/2006/relationships/slide" Target="/ppt/slides/slide17.xml" Id="R20ecf96479c44b35" /><Relationship Type="http://schemas.openxmlformats.org/officeDocument/2006/relationships/slide" Target="/ppt/slides/slide18.xml" Id="Re1c4db12cf7d41c9" /><Relationship Type="http://schemas.openxmlformats.org/officeDocument/2006/relationships/slide" Target="/ppt/slides/slide19.xml" Id="Rb29d99ae416744b4" /><Relationship Type="http://schemas.openxmlformats.org/officeDocument/2006/relationships/slide" Target="/ppt/slides/slide20.xml" Id="R5f0482f547e34fc3" /><Relationship Type="http://schemas.openxmlformats.org/officeDocument/2006/relationships/slide" Target="/ppt/slides/slide21.xml" Id="Rbef9102dc8af498d" /><Relationship Type="http://schemas.openxmlformats.org/officeDocument/2006/relationships/slide" Target="/ppt/slides/slide22.xml" Id="Red9c9b3e32bc4440" /><Relationship Type="http://schemas.openxmlformats.org/officeDocument/2006/relationships/slide" Target="/ppt/slides/slide23.xml" Id="R29d6186561ea4f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f8035e093148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961bf244246be" /><Relationship Type="http://schemas.openxmlformats.org/officeDocument/2006/relationships/notesMaster" Target="/ppt/notesMasters/notesMaster1.xml" Id="R0357bc459ffc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29e32553d34dbd" /><Relationship Type="http://schemas.openxmlformats.org/officeDocument/2006/relationships/notesMaster" Target="/ppt/notesMasters/notesMaster1.xml" Id="R5021b11d8a7443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f3570648d4ef4" /><Relationship Type="http://schemas.openxmlformats.org/officeDocument/2006/relationships/notesMaster" Target="/ppt/notesMasters/notesMaster1.xml" Id="Refa0745178804d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fddf969321489b" /><Relationship Type="http://schemas.openxmlformats.org/officeDocument/2006/relationships/notesMaster" Target="/ppt/notesMasters/notesMaster1.xml" Id="R97c426a619584e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90f05dca17457f" /><Relationship Type="http://schemas.openxmlformats.org/officeDocument/2006/relationships/notesMaster" Target="/ppt/notesMasters/notesMaster1.xml" Id="Rc12daffb2c2845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eb4eb15e634df1" /><Relationship Type="http://schemas.openxmlformats.org/officeDocument/2006/relationships/notesMaster" Target="/ppt/notesMasters/notesMaster1.xml" Id="R66db21d0fc924d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45b84a297b40e6" /><Relationship Type="http://schemas.openxmlformats.org/officeDocument/2006/relationships/notesMaster" Target="/ppt/notesMasters/notesMaster1.xml" Id="R4d456535fca84a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240b821306463c" /><Relationship Type="http://schemas.openxmlformats.org/officeDocument/2006/relationships/notesMaster" Target="/ppt/notesMasters/notesMaster1.xml" Id="R3a6a1f60040a4f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106db511044280" /><Relationship Type="http://schemas.openxmlformats.org/officeDocument/2006/relationships/notesMaster" Target="/ppt/notesMasters/notesMaster1.xml" Id="R9d952d3f54974f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b78614f1e442b0" /><Relationship Type="http://schemas.openxmlformats.org/officeDocument/2006/relationships/notesMaster" Target="/ppt/notesMasters/notesMaster1.xml" Id="Rc531f272c4a749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fb3ab8b66b4b2c" /><Relationship Type="http://schemas.openxmlformats.org/officeDocument/2006/relationships/notesMaster" Target="/ppt/notesMasters/notesMaster1.xml" Id="Rd7089218be7340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1056c4b0b54fbb" /><Relationship Type="http://schemas.openxmlformats.org/officeDocument/2006/relationships/notesMaster" Target="/ppt/notesMasters/notesMaster1.xml" Id="R79df9afd757b4a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b7904ba4914e58" /><Relationship Type="http://schemas.openxmlformats.org/officeDocument/2006/relationships/notesMaster" Target="/ppt/notesMasters/notesMaster1.xml" Id="Rc193462ac93748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a60b482adb43dd" /><Relationship Type="http://schemas.openxmlformats.org/officeDocument/2006/relationships/notesMaster" Target="/ppt/notesMasters/notesMaster1.xml" Id="R1bbbe0a58db246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7181f598fe4a18" /><Relationship Type="http://schemas.openxmlformats.org/officeDocument/2006/relationships/notesMaster" Target="/ppt/notesMasters/notesMaster1.xml" Id="Rdaa4ee3677b345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8e5004c0ea4282" /><Relationship Type="http://schemas.openxmlformats.org/officeDocument/2006/relationships/notesMaster" Target="/ppt/notesMasters/notesMaster1.xml" Id="Reae04184639b40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fad9cb4e1640e2" /><Relationship Type="http://schemas.openxmlformats.org/officeDocument/2006/relationships/notesMaster" Target="/ppt/notesMasters/notesMaster1.xml" Id="R90bb8d2b59f14e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661b0a20c94db5" /><Relationship Type="http://schemas.openxmlformats.org/officeDocument/2006/relationships/notesMaster" Target="/ppt/notesMasters/notesMaster1.xml" Id="R092e3b8c7ebb4c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2c554bf9324666" /><Relationship Type="http://schemas.openxmlformats.org/officeDocument/2006/relationships/notesMaster" Target="/ppt/notesMasters/notesMaster1.xml" Id="R79bf1c3a809343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212abb64254f47" /><Relationship Type="http://schemas.openxmlformats.org/officeDocument/2006/relationships/notesMaster" Target="/ppt/notesMasters/notesMaster1.xml" Id="R3db5587eacc2473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e505600fb4408a" /><Relationship Type="http://schemas.openxmlformats.org/officeDocument/2006/relationships/notesMaster" Target="/ppt/notesMasters/notesMaster1.xml" Id="R2f0db95580d442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43dacbb429745be" /><Relationship Type="http://schemas.openxmlformats.org/officeDocument/2006/relationships/notesMaster" Target="/ppt/notesMasters/notesMaster1.xml" Id="R8298d1d84f8540a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5719d18071f4d52" /><Relationship Type="http://schemas.openxmlformats.org/officeDocument/2006/relationships/notesMaster" Target="/ppt/notesMasters/notesMaster1.xml" Id="R57d2e4d2e27a42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technical conference template. Replace bracketed text, diagrams, and asset placeholders with your own content. All charts contain invented demonstration values and must be replaced before presenting. No source-project results or assets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1276752194b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149c17f2e48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c9de507604d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21c56bc3e45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5b123ee1147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e76c8cdbc48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6A8811-E4DB-4D46-8B31-FE5D93C28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4EBD46-6470-4578-A3AE-A542DC30F8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EAA728-BF4A-48C4-AE4C-5BEEE7440D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752A36-E1CA-4A47-85BE-86BFCFFF9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82635E-FB3A-41B3-B421-9A627DC785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CCD81B-F770-4994-9E3D-79B8BE15B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4D222B-6A57-47AE-AE28-1A8D33699C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EA2995-B96D-47A9-AF17-723BB5614F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0B15F4-A61A-4A19-A7EE-E8578F413B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A8D468-011A-4E49-9120-0716B8DB27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a6bff86c6a45cf" /><Relationship Type="http://schemas.openxmlformats.org/officeDocument/2006/relationships/slideLayout" Target="/ppt/slideLayouts/slideLayout1.xml" Id="Rdbd818135946447c" /><Relationship Type="http://schemas.openxmlformats.org/officeDocument/2006/relationships/slideLayout" Target="/ppt/slideLayouts/slideLayout2.xml" Id="R8b64225582f64990" /><Relationship Type="http://schemas.openxmlformats.org/officeDocument/2006/relationships/slideLayout" Target="/ppt/slideLayouts/slideLayout3.xml" Id="R3b7140a2aad34ca7" /><Relationship Type="http://schemas.openxmlformats.org/officeDocument/2006/relationships/slideLayout" Target="/ppt/slideLayouts/slideLayout4.xml" Id="Ree101cf91dbd446e" /><Relationship Type="http://schemas.openxmlformats.org/officeDocument/2006/relationships/slideLayout" Target="/ppt/slideLayouts/slideLayout5.xml" Id="R88fcf6feddba452b" /><Relationship Type="http://schemas.openxmlformats.org/officeDocument/2006/relationships/slideLayout" Target="/ppt/slideLayouts/slideLayout6.xml" Id="Rc77f71762ca942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d818135946447c"/>
    <p:sldLayoutId xmlns:r="http://schemas.openxmlformats.org/officeDocument/2006/relationships" id="2147483650" r:id="R8b64225582f64990"/>
    <p:sldLayoutId xmlns:r="http://schemas.openxmlformats.org/officeDocument/2006/relationships" id="2147483651" r:id="R3b7140a2aad34ca7"/>
    <p:sldLayoutId xmlns:r="http://schemas.openxmlformats.org/officeDocument/2006/relationships" id="2147483652" r:id="Ree101cf91dbd446e"/>
    <p:sldLayoutId xmlns:r="http://schemas.openxmlformats.org/officeDocument/2006/relationships" id="2147483653" r:id="R88fcf6feddba452b"/>
    <p:sldLayoutId xmlns:r="http://schemas.openxmlformats.org/officeDocument/2006/relationships" id="2147483654" r:id="Rc77f71762ca942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a43ccc9624040" /><Relationship Type="http://schemas.openxmlformats.org/officeDocument/2006/relationships/notesSlide" Target="/ppt/notesSlides/notesSlide1.xml" Id="Rd439521521f8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4d4a1741748e0" /><Relationship Type="http://schemas.openxmlformats.org/officeDocument/2006/relationships/notesSlide" Target="/ppt/notesSlides/notesSlide2.xml" Id="Re9327723994d48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a28c62de34f7b" /><Relationship Type="http://schemas.openxmlformats.org/officeDocument/2006/relationships/notesSlide" Target="/ppt/notesSlides/notesSlide3.xml" Id="R1ab4d7613550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74dab1c4346ff" /><Relationship Type="http://schemas.openxmlformats.org/officeDocument/2006/relationships/notesSlide" Target="/ppt/notesSlides/notesSlide4.xml" Id="Rc08023778fdc47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b4644275f4ad1" /><Relationship Type="http://schemas.openxmlformats.org/officeDocument/2006/relationships/notesSlide" Target="/ppt/notesSlides/notesSlide5.xml" Id="Rb050f825f80044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e0ad4387f40c8" /><Relationship Type="http://schemas.openxmlformats.org/officeDocument/2006/relationships/notesSlide" Target="/ppt/notesSlides/notesSlide6.xml" Id="Rf6bc112b4a4942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43834b66641bf" /><Relationship Type="http://schemas.openxmlformats.org/officeDocument/2006/relationships/notesSlide" Target="/ppt/notesSlides/notesSlide7.xml" Id="R52882c9ec9a149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5c0b97608430f" /><Relationship Type="http://schemas.openxmlformats.org/officeDocument/2006/relationships/notesSlide" Target="/ppt/notesSlides/notesSlide8.xml" Id="R02b3019019e94a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b8c946abf4879" /><Relationship Type="http://schemas.openxmlformats.org/officeDocument/2006/relationships/notesSlide" Target="/ppt/notesSlides/notesSlide9.xml" Id="Rf5275f8d570743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0ee4d8d0f41b7" /><Relationship Type="http://schemas.openxmlformats.org/officeDocument/2006/relationships/notesSlide" Target="/ppt/notesSlides/notesSlide10.xml" Id="R8dd5e3ec5c844c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1d22e5e264636" /><Relationship Type="http://schemas.openxmlformats.org/officeDocument/2006/relationships/chart" Target="/ppt/slides/charts/chart1.xml" Id="Rfff54a9c7fad44aa" /><Relationship Type="http://schemas.openxmlformats.org/officeDocument/2006/relationships/notesSlide" Target="/ppt/notesSlides/notesSlide11.xml" Id="Racc89620acf84f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f054be9bb4723" /><Relationship Type="http://schemas.openxmlformats.org/officeDocument/2006/relationships/notesSlide" Target="/ppt/notesSlides/notesSlide12.xml" Id="R5a28e710ee9e4f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6884a18554c9e" /><Relationship Type="http://schemas.openxmlformats.org/officeDocument/2006/relationships/chart" Target="/ppt/slides/charts/chart2.xml" Id="Re884ea9035f041d2" /><Relationship Type="http://schemas.openxmlformats.org/officeDocument/2006/relationships/notesSlide" Target="/ppt/notesSlides/notesSlide13.xml" Id="Rf5b3cace2eae4a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554ed6828448d6" /><Relationship Type="http://schemas.openxmlformats.org/officeDocument/2006/relationships/chart" Target="/ppt/slides/charts/chart3.xml" Id="Rf6756ceb0be2460f" /><Relationship Type="http://schemas.openxmlformats.org/officeDocument/2006/relationships/notesSlide" Target="/ppt/notesSlides/notesSlide14.xml" Id="R9da14b876c3040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fe36db3604f54" /><Relationship Type="http://schemas.openxmlformats.org/officeDocument/2006/relationships/chart" Target="/ppt/slides/charts/chart4.xml" Id="R09f01532b47e426a" /><Relationship Type="http://schemas.openxmlformats.org/officeDocument/2006/relationships/notesSlide" Target="/ppt/notesSlides/notesSlide15.xml" Id="R678099c7e4fb4d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c7905f6774921" /><Relationship Type="http://schemas.openxmlformats.org/officeDocument/2006/relationships/chart" Target="/ppt/slides/charts/chart5.xml" Id="R0d7cc8d1b64c4315" /><Relationship Type="http://schemas.openxmlformats.org/officeDocument/2006/relationships/notesSlide" Target="/ppt/notesSlides/notesSlide16.xml" Id="Rb426c4546d4b43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6066bf666416b" /><Relationship Type="http://schemas.openxmlformats.org/officeDocument/2006/relationships/chart" Target="/ppt/slides/charts/chart6.xml" Id="R44d8918fe4ae41e6" /><Relationship Type="http://schemas.openxmlformats.org/officeDocument/2006/relationships/notesSlide" Target="/ppt/notesSlides/notesSlide17.xml" Id="Ree31523457b74b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0369c85f94f29" /><Relationship Type="http://schemas.openxmlformats.org/officeDocument/2006/relationships/notesSlide" Target="/ppt/notesSlides/notesSlide18.xml" Id="R454f11d650f643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bcfd8d13c4b70" /><Relationship Type="http://schemas.openxmlformats.org/officeDocument/2006/relationships/notesSlide" Target="/ppt/notesSlides/notesSlide19.xml" Id="R2dd8cc2031094b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4f23a55224a0d" /><Relationship Type="http://schemas.openxmlformats.org/officeDocument/2006/relationships/notesSlide" Target="/ppt/notesSlides/notesSlide20.xml" Id="R8614000479ad4d0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e9164a53e4175" /><Relationship Type="http://schemas.openxmlformats.org/officeDocument/2006/relationships/notesSlide" Target="/ppt/notesSlides/notesSlide21.xml" Id="Ra61356f27d9044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79a77e24da4a45" /><Relationship Type="http://schemas.openxmlformats.org/officeDocument/2006/relationships/notesSlide" Target="/ppt/notesSlides/notesSlide22.xml" Id="R61dc34fb04a343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7d40761954b07" /><Relationship Type="http://schemas.openxmlformats.org/officeDocument/2006/relationships/notesSlide" Target="/ppt/notesSlides/notesSlide23.xml" Id="R52bccef91130406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Illustrative cost</c:v>
          </c:tx>
          <c:spPr>
            <a:solidFill xmlns:a="http://schemas.openxmlformats.org/drawingml/2006/main">
              <a:srgbClr val="007F8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094A3"/>
              </a:solidFill>
            </c:spPr>
          </c:dPt>
          <c:dLbls>
            <c:numFmt formatCode="0.00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>
                    <a:solidFill>
                      <a:srgbClr val="172F46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Baseline</c:v>
                </c:pt>
                <c:pt idx="1">
                  <c:v>Proposed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</c:v>
                </c:pt>
                <c:pt idx="1">
                  <c:v>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72F4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1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E2E8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3"/>
      </c:valAx>
      <c:spPr>
        <a:noFill xmlns:a="http://schemas.openxmlformats.org/drawingml/2006/main"/>
      </c:spPr>
    </c:plotArea>
    <c:plotVisOnly val="1"/>
    <c:dispBlanksAs val="zero"/>
    <c:showDLblsOverMax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Illustrative component cost</c:v>
          </c:tx>
          <c:spPr>
            <a:solidFill xmlns:a="http://schemas.openxmlformats.org/drawingml/2006/main">
              <a:srgbClr val="007F82"/>
            </a:solidFill>
          </c:spPr>
          <c:invertIfNegative val="0"/>
          <c:dLbls>
            <c:numFmt formatCode="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>
                    <a:solidFill>
                      <a:srgbClr val="172F46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Stage A</c:v>
                </c:pt>
                <c:pt idx="1">
                  <c:v>Stage B</c:v>
                </c:pt>
                <c:pt idx="2">
                  <c:v>Stage C</c:v>
                </c:pt>
                <c:pt idx="3">
                  <c:v>Stage 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30</c:v>
                </c:pt>
                <c:pt idx="1">
                  <c:v>20</c:v>
                </c:pt>
                <c:pt idx="2">
                  <c:v>10</c:v>
                </c:pt>
                <c:pt idx="3">
                  <c:v>40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72F4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E2E8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20"/>
      </c:valAx>
      <c:spPr>
        <a:noFill xmlns:a="http://schemas.openxmlformats.org/drawingml/2006/main"/>
      </c:spPr>
    </c:plotArea>
    <c:plotVisOnly val="1"/>
    <c:dispBlanksAs val="zero"/>
    <c:showDLblsOverMax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Total</c:v>
          </c:tx>
          <c:spPr>
            <a:ln xmlns:a="http://schemas.openxmlformats.org/drawingml/2006/main" w="38100">
              <a:solidFill>
                <a:srgbClr val="102A4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02A43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0.08</c:v>
                </c:pt>
                <c:pt idx="1">
                  <c:v>0.12</c:v>
                </c:pt>
                <c:pt idx="2">
                  <c:v>0.18</c:v>
                </c:pt>
                <c:pt idx="3">
                  <c:v>0.25</c:v>
                </c:pt>
                <c:pt idx="4">
                  <c:v>0.4</c:v>
                </c:pt>
                <c:pt idx="5">
                  <c:v>0.6</c:v>
                </c:pt>
                <c:pt idx="6">
                  <c:v>1.2</c:v>
                </c:pt>
              </c:numCache>
            </c:numRef>
          </c:val>
          <c:smooth val="0"/>
        </c:ser>
        <c:ser>
          <c:idx val="1"/>
          <c:order val="1"/>
          <c:tx>
            <c:v>Preparation</c:v>
          </c:tx>
          <c:spPr>
            <a:ln xmlns:a="http://schemas.openxmlformats.org/drawingml/2006/main" w="28575">
              <a:solidFill>
                <a:srgbClr val="5969A8"/>
              </a:solidFill>
            </a:ln>
          </c:spPr>
          <c:marker>
            <c:symbol val="diamond"/>
            <c:size val="6"/>
            <c:spPr>
              <a:solidFill xmlns:a="http://schemas.openxmlformats.org/drawingml/2006/main">
                <a:srgbClr val="5969A8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numCache>
            </c:numRef>
          </c:cat>
          <c:val>
            <c:numRef>
              <c:f>'Chart Data'!$D$2:$D$8</c:f>
              <c:numCache>
                <c:formatCode>General</c:formatCode>
                <c:ptCount val="7"/>
                <c:pt idx="0">
                  <c:v>0.02</c:v>
                </c:pt>
                <c:pt idx="1">
                  <c:v>0.03</c:v>
                </c:pt>
                <c:pt idx="2">
                  <c:v>0.04</c:v>
                </c:pt>
                <c:pt idx="3">
                  <c:v>0.05</c:v>
                </c:pt>
                <c:pt idx="4">
                  <c:v>0.08</c:v>
                </c:pt>
                <c:pt idx="5">
                  <c:v>0.12</c:v>
                </c:pt>
                <c:pt idx="6">
                  <c:v>0.24</c:v>
                </c:pt>
              </c:numCache>
            </c:numRef>
          </c:val>
          <c:smooth val="1"/>
        </c:ser>
        <c:ser>
          <c:idx val="2"/>
          <c:order val="2"/>
          <c:tx>
            <c:v>Transfer</c:v>
          </c:tx>
          <c:spPr>
            <a:ln xmlns:a="http://schemas.openxmlformats.org/drawingml/2006/main" w="28575">
              <a:solidFill>
                <a:srgbClr val="007F8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cat>
            <c:numRef>
              <c:f>'Chart Data'!$E$2:$E$8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numCache>
            </c:numRef>
          </c:cat>
          <c:val>
            <c:numRef>
              <c:f>'Chart Data'!$F$2:$F$8</c:f>
              <c:numCache>
                <c:formatCode>0</c:formatCode>
                <c:ptCount val="7"/>
                <c:pt idx="0">
                  <c:v>0.02</c:v>
                </c:pt>
                <c:pt idx="1">
                  <c:v>0.03</c:v>
                </c:pt>
                <c:pt idx="2">
                  <c:v>0.04</c:v>
                </c:pt>
                <c:pt idx="3">
                  <c:v>0.06</c:v>
                </c:pt>
                <c:pt idx="4">
                  <c:v>0.1</c:v>
                </c:pt>
                <c:pt idx="5">
                  <c:v>0.16</c:v>
                </c:pt>
                <c:pt idx="6">
                  <c:v>0.32</c:v>
                </c:pt>
              </c:numCache>
            </c:numRef>
          </c:val>
          <c:smooth val="0"/>
        </c:ser>
        <c:ser>
          <c:idx val="3"/>
          <c:order val="3"/>
          <c:tx>
            <c:v>Processing</c:v>
          </c:tx>
          <c:spPr>
            <a:ln xmlns:a="http://schemas.openxmlformats.org/drawingml/2006/main" w="23813">
              <a:solidFill>
                <a:srgbClr val="93A6B3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93A6B3"/>
              </a:solidFill>
            </c:spPr>
          </c:marker>
          <c:cat>
            <c:numRef>
              <c:f>'Chart Data'!$G$2:$G$8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numCache>
            </c:numRef>
          </c:cat>
          <c:val>
            <c:numRef>
              <c:f>'Chart Data'!$H$2:$H$8</c:f>
              <c:numCache>
                <c:formatCode>0</c:formatCode>
                <c:ptCount val="7"/>
                <c:pt idx="0">
                  <c:v>0.02</c:v>
                </c:pt>
                <c:pt idx="1">
                  <c:v>0.03</c:v>
                </c:pt>
                <c:pt idx="2">
                  <c:v>0.05</c:v>
                </c:pt>
                <c:pt idx="3">
                  <c:v>0.08</c:v>
                </c:pt>
                <c:pt idx="4">
                  <c:v>0.12</c:v>
                </c:pt>
                <c:pt idx="5">
                  <c:v>0.18</c:v>
                </c:pt>
                <c:pt idx="6">
                  <c:v>0.38</c:v>
                </c:pt>
              </c:numCache>
            </c:numRef>
          </c:val>
          <c:smooth val="0"/>
        </c:ser>
        <c:ser>
          <c:idx val="4"/>
          <c:order val="4"/>
          <c:tx>
            <c:v>Budget</c:v>
          </c:tx>
          <c:spPr>
            <a:ln xmlns:a="http://schemas.openxmlformats.org/drawingml/2006/main" w="19050">
              <a:solidFill>
                <a:srgbClr val="AF650E"/>
              </a:solidFill>
              <a:prstDash val="dash"/>
            </a:ln>
          </c:spPr>
          <c:marker>
            <c:symbol val="none"/>
          </c:marker>
          <c:cat>
            <c:numRef>
              <c:f>'Chart Data'!$I$2:$I$8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numCache>
            </c:numRef>
          </c:cat>
          <c:val>
            <c:numRef>
              <c:f>'Chart Data'!$J$2:$J$8</c:f>
              <c:numCache>
                <c:formatCode>0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00">
                    <a:solidFill>
                      <a:srgbClr val="536B7B"/>
                    </a:solidFill>
                    <a:latin typeface="Arial"/>
                    <a:ea typeface="Arial"/>
                    <a:cs typeface="Arial"/>
                  </a:rPr>
                  <a:t>Workload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00">
                  <a:solidFill>
                    <a:srgbClr val="536B7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00">
                    <a:solidFill>
                      <a:srgbClr val="536B7B"/>
                    </a:solidFill>
                    <a:latin typeface="Arial"/>
                    <a:ea typeface="Arial"/>
                    <a:cs typeface="Arial"/>
                  </a:rPr>
                  <a:t>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00">
                  <a:solidFill>
                    <a:srgbClr val="536B7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 sourceLinked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36B7B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zero"/>
    <c:showDLblsOverMax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Illustrative outcome rate</a:t>
            </a:r>
          </a:p>
        </c:rich>
      </c:tx>
      <c:layout>
        <c:manualLayout>
          <c:xMode val="edge"/>
          <c:yMode val="edge"/>
          <c:x val="0.32983914510686163"/>
          <c:y val="0"/>
        </c:manualLayout>
      </c:layout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00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Illustrative outcome rate</c:v>
          </c:tx>
          <c:spPr>
            <a:solidFill xmlns:a="http://schemas.openxmlformats.org/drawingml/2006/main">
              <a:srgbClr val="007F82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02A43"/>
              </a:solidFill>
            </c:spPr>
          </c:dPt>
          <c:dLbls>
            <c:numFmt formatCode="0.0%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Condition A</c:v>
                </c:pt>
                <c:pt idx="1">
                  <c:v>Condition B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</c:v>
                </c:pt>
                <c:pt idx="1">
                  <c:v>0.6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  <c:dispBlanksAs val="zero"/>
    <c:showDLblsOverMax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Illustrative comparison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00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102A43"/>
            </a:solidFill>
          </c:spPr>
          <c:invertIfNegative val="0"/>
          <c:dLbls>
            <c:numFmt formatCode="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007F82"/>
            </a:solidFill>
          </c:spPr>
          <c:invertIfNegative val="0"/>
          <c:dLbls>
            <c:numFmt formatCode="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45</c:v>
                </c:pt>
                <c:pt idx="1">
                  <c:v>60</c:v>
                </c:pt>
                <c:pt idx="2">
                  <c:v>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00">
                    <a:solidFill>
                      <a:srgbClr val="536B7B"/>
                    </a:solidFill>
                    <a:latin typeface="Arial"/>
                    <a:ea typeface="Arial"/>
                    <a:cs typeface="Arial"/>
                  </a:rPr>
                  <a:t>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00">
                  <a:solidFill>
                    <a:srgbClr val="536B7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 sourceLinked="1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00">
              <a:solidFill>
                <a:srgbClr val="536B7B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zero"/>
    <c:showDLblsOverMax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Illustrative outcomes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00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Illustrative outcomes</c:v>
          </c:tx>
          <c:spPr>
            <a:solidFill xmlns:a="http://schemas.openxmlformats.org/drawingml/2006/main">
              <a:srgbClr val="007F82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02A4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8B8C4"/>
              </a:solidFill>
            </c:spPr>
          </c:dPt>
          <c:dLbls>
            <c:numFmt formatCode="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Outcome A</c:v>
                </c:pt>
                <c:pt idx="1">
                  <c:v>Outcome B</c:v>
                </c:pt>
                <c:pt idx="2">
                  <c:v>Outcome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25</c:v>
                </c:pt>
                <c:pt idx="1">
                  <c:v>15</c:v>
                </c:pt>
                <c:pt idx="2">
                  <c:v>10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noMultiLvlLbl val="1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  <c:dispBlanksAs val="zero"/>
    <c:showDLblsOverMax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mplate 1 object 14">
            <a:extLst xmlns:a="http://schemas.openxmlformats.org/drawingml/2006/main">
              <a:ext uri="{FF2B5EF4-FFF2-40B4-BE49-F238E27FC236}">
                <a16:creationId xmlns:a16="http://schemas.microsoft.com/office/drawing/2014/main" id="{0C68DC32-B181-4479-A20A-B15FDC16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257300"/>
            <a:ext cx="938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[PROJECT NAME]</a:t>
            </a:r>
          </a:p>
        </p:txBody>
      </p:sp>
      <p:sp>
        <p:nvSpPr>
          <p:cNvPr id="15" name="Template 1 object 15">
            <a:extLst xmlns:a="http://schemas.openxmlformats.org/drawingml/2006/main">
              <a:ext uri="{FF2B5EF4-FFF2-40B4-BE49-F238E27FC236}">
                <a16:creationId xmlns:a16="http://schemas.microsoft.com/office/drawing/2014/main" id="{84A9B93F-4BD1-4AB8-B11A-E65C38D6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0896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B9E8E1"/>
                </a:solidFill>
                <a:latin typeface="Arial"/>
                <a:ea typeface="Arial"/>
                <a:cs typeface="Arial"/>
              </a:rPr>
              <a:t>[A clear statement of the problem]</a:t>
            </a:r>
          </a:p>
          <a:p xmlns:a="http://schemas.openxmlformats.org/drawingml/2006/main">
            <a:pPr algn="l">
              <a:buNone/>
              <a:defRPr sz="3200" b="0">
                <a:solidFill>
                  <a:srgbClr val="B9E8E1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B9E8E1"/>
                </a:solidFill>
                <a:latin typeface="Arial"/>
                <a:ea typeface="Arial"/>
                <a:cs typeface="Arial"/>
              </a:rPr>
              <a:t>[And the value of your approach]</a:t>
            </a:r>
          </a:p>
        </p:txBody>
      </p:sp>
      <p:sp>
        <p:nvSpPr>
          <p:cNvPr id="16" name="Template 1 object 16">
            <a:extLst xmlns:a="http://schemas.openxmlformats.org/drawingml/2006/main">
              <a:ext uri="{FF2B5EF4-FFF2-40B4-BE49-F238E27FC236}">
                <a16:creationId xmlns:a16="http://schemas.microsoft.com/office/drawing/2014/main" id="{DFD5DCFD-9ECF-4934-920D-535F289A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[Presenter name]</a:t>
            </a:r>
          </a:p>
        </p:txBody>
      </p:sp>
      <p:sp>
        <p:nvSpPr>
          <p:cNvPr id="17" name="Template 1 object 17">
            <a:extLst xmlns:a="http://schemas.openxmlformats.org/drawingml/2006/main">
              <a:ext uri="{FF2B5EF4-FFF2-40B4-BE49-F238E27FC236}">
                <a16:creationId xmlns:a16="http://schemas.microsoft.com/office/drawing/2014/main" id="{DBDE02E7-3510-4ECB-850D-4FAC670C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D6E2E8"/>
                </a:solidFill>
                <a:latin typeface="Arial"/>
                <a:ea typeface="Arial"/>
                <a:cs typeface="Arial"/>
              </a:rPr>
              <a:t>[Role or title]</a:t>
            </a:r>
          </a:p>
        </p:txBody>
      </p:sp>
      <p:sp>
        <p:nvSpPr>
          <p:cNvPr id="18" name="Template 1 object 18">
            <a:extLst xmlns:a="http://schemas.openxmlformats.org/drawingml/2006/main">
              <a:ext uri="{FF2B5EF4-FFF2-40B4-BE49-F238E27FC236}">
                <a16:creationId xmlns:a16="http://schemas.microsoft.com/office/drawing/2014/main" id="{66788725-E255-4A3C-89A1-2D170B63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D6E2E8"/>
                </a:solidFill>
                <a:latin typeface="Arial"/>
                <a:ea typeface="Arial"/>
                <a:cs typeface="Arial"/>
              </a:rPr>
              <a:t>[Organization]</a:t>
            </a:r>
          </a:p>
        </p:txBody>
      </p:sp>
      <p:sp>
        <p:nvSpPr>
          <p:cNvPr id="11" name="Template 1 object 11">
            <a:extLst xmlns:a="http://schemas.openxmlformats.org/drawingml/2006/main">
              <a:ext uri="{FF2B5EF4-FFF2-40B4-BE49-F238E27FC236}">
                <a16:creationId xmlns:a16="http://schemas.microsoft.com/office/drawing/2014/main" id="{F1F69457-71FC-481E-9414-E929B53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2" name="Template 1 object 12">
            <a:extLst xmlns:a="http://schemas.openxmlformats.org/drawingml/2006/main">
              <a:ext uri="{FF2B5EF4-FFF2-40B4-BE49-F238E27FC236}">
                <a16:creationId xmlns:a16="http://schemas.microsoft.com/office/drawing/2014/main" id="{FC124292-3B57-45FA-8EB1-5DEE882A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" name="Template 1 object 19">
            <a:extLst xmlns:a="http://schemas.openxmlformats.org/drawingml/2006/main">
              <a:ext uri="{FF2B5EF4-FFF2-40B4-BE49-F238E27FC236}">
                <a16:creationId xmlns:a16="http://schemas.microsoft.com/office/drawing/2014/main" id="{6DA8D0BC-7523-4991-81BC-12183F32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FE9E5"/>
                </a:solidFill>
                <a:latin typeface="Arial"/>
                <a:ea typeface="Arial"/>
                <a:cs typeface="Arial"/>
              </a:rPr>
              <a:t>[Conference name]</a:t>
            </a:r>
          </a:p>
          <a:p xmlns:a="http://schemas.openxmlformats.org/drawingml/2006/main">
            <a:pPr algn="l">
              <a:buNone/>
              <a:defRPr sz="20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FE9E5"/>
                </a:solidFill>
                <a:latin typeface="Arial"/>
                <a:ea typeface="Arial"/>
                <a:cs typeface="Arial"/>
              </a:rPr>
              <a:t>[Session or track]</a:t>
            </a:r>
          </a:p>
        </p:txBody>
      </p:sp>
      <p:sp>
        <p:nvSpPr>
          <p:cNvPr id="20" name="Template 1 object 20">
            <a:extLst xmlns:a="http://schemas.openxmlformats.org/drawingml/2006/main">
              <a:ext uri="{FF2B5EF4-FFF2-40B4-BE49-F238E27FC236}">
                <a16:creationId xmlns:a16="http://schemas.microsoft.com/office/drawing/2014/main" id="{88BF9285-42C1-4355-96C4-3D89A084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829300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D6E2E8"/>
                </a:solidFill>
                <a:latin typeface="Arial"/>
                <a:ea typeface="Arial"/>
                <a:cs typeface="Arial"/>
              </a:rPr>
              <a:t>[Location · Date]</a:t>
            </a:r>
          </a:p>
        </p:txBody>
      </p:sp>
      <p:sp>
        <p:nvSpPr>
          <p:cNvPr id="21" name="Editable image placeholder 1">
            <a:extLst xmlns:a="http://schemas.openxmlformats.org/drawingml/2006/main">
              <a:ext uri="{FF2B5EF4-FFF2-40B4-BE49-F238E27FC236}">
                <a16:creationId xmlns:a16="http://schemas.microsoft.com/office/drawing/2014/main" id="{20EE8B6B-1A68-4DDB-9B56-F89F538B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BFE9E5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>
                <a:solidFill>
                  <a:srgbClr val="BFE9E5"/>
                </a:solidFill>
              </a:defRPr>
            </a:defPPr>
            <a:lvl1pPr algn="ctr">
              <a:defRPr sz="1350">
                <a:solidFill>
                  <a:srgbClr val="BFE9E5"/>
                </a:solidFill>
              </a:defRPr>
            </a:lvl1pPr>
            <a:lvl2pPr algn="ctr">
              <a:defRPr sz="1350">
                <a:solidFill>
                  <a:srgbClr val="BFE9E5"/>
                </a:solidFill>
              </a:defRPr>
            </a:lvl2pPr>
            <a:lvl3pPr algn="ctr">
              <a:defRPr sz="1350">
                <a:solidFill>
                  <a:srgbClr val="BFE9E5"/>
                </a:solidFill>
              </a:defRPr>
            </a:lvl3pPr>
            <a:lvl4pPr algn="ctr">
              <a:defRPr sz="1350">
                <a:solidFill>
                  <a:srgbClr val="BFE9E5"/>
                </a:solidFill>
              </a:defRPr>
            </a:lvl4pPr>
            <a:lvl5pPr algn="ctr">
              <a:defRPr sz="1350">
                <a:solidFill>
                  <a:srgbClr val="BFE9E5"/>
                </a:solidFill>
              </a:defRPr>
            </a:lvl5pPr>
            <a:lvl6pPr algn="ctr">
              <a:defRPr sz="1350">
                <a:solidFill>
                  <a:srgbClr val="BFE9E5"/>
                </a:solidFill>
              </a:defRPr>
            </a:lvl6pPr>
            <a:lvl7pPr algn="ctr">
              <a:defRPr sz="1350">
                <a:solidFill>
                  <a:srgbClr val="BFE9E5"/>
                </a:solidFill>
              </a:defRPr>
            </a:lvl7pPr>
            <a:lvl8pPr algn="ctr">
              <a:defRPr sz="1350">
                <a:solidFill>
                  <a:srgbClr val="BFE9E5"/>
                </a:solidFill>
              </a:defRPr>
            </a:lvl8pPr>
            <a:lvl9pPr algn="ctr">
              <a:defRPr sz="1350">
                <a:solidFill>
                  <a:srgbClr val="BFE9E5"/>
                </a:solidFill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BFE9E5"/>
                </a:solidFill>
              </a:defRPr>
            </a:pPr>
            <a:r>
              <a:rPr sz="1350">
                <a:solidFill>
                  <a:srgbClr val="BFE9E5"/>
                </a:solidFill>
              </a:rPr>
              <a:t>[Logo]</a:t>
            </a:r>
          </a:p>
        </p:txBody>
      </p:sp>
    </p:spTree>
    <p:extLst>
      <p:ext uri="{BB962C8B-B14F-4D97-AF65-F5344CB8AC3E}">
        <p14:creationId xmlns:p14="http://schemas.microsoft.com/office/powerpoint/2010/main" val="1422981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mplate 2 object 15">
            <a:extLst xmlns:a="http://schemas.openxmlformats.org/drawingml/2006/main">
              <a:ext uri="{FF2B5EF4-FFF2-40B4-BE49-F238E27FC236}">
                <a16:creationId xmlns:a16="http://schemas.microsoft.com/office/drawing/2014/main" id="{609D30F7-31AF-44CB-B404-48AD5A23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8" name="Template 2 object 8">
            <a:extLst xmlns:a="http://schemas.openxmlformats.org/drawingml/2006/main">
              <a:ext uri="{FF2B5EF4-FFF2-40B4-BE49-F238E27FC236}">
                <a16:creationId xmlns:a16="http://schemas.microsoft.com/office/drawing/2014/main" id="{0309258E-0D3B-4B32-9E10-30B34310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mplate 2 object 11">
            <a:extLst xmlns:a="http://schemas.openxmlformats.org/drawingml/2006/main">
              <a:ext uri="{FF2B5EF4-FFF2-40B4-BE49-F238E27FC236}">
                <a16:creationId xmlns:a16="http://schemas.microsoft.com/office/drawing/2014/main" id="{60472591-9C14-45D9-9C8F-5826340C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mplate 2 object 16">
            <a:extLst xmlns:a="http://schemas.openxmlformats.org/drawingml/2006/main">
              <a:ext uri="{FF2B5EF4-FFF2-40B4-BE49-F238E27FC236}">
                <a16:creationId xmlns:a16="http://schemas.microsoft.com/office/drawing/2014/main" id="{8D72E726-0BBF-4950-AB56-F0C44A80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7" name="Template 2 object 17">
            <a:extLst xmlns:a="http://schemas.openxmlformats.org/drawingml/2006/main">
              <a:ext uri="{FF2B5EF4-FFF2-40B4-BE49-F238E27FC236}">
                <a16:creationId xmlns:a16="http://schemas.microsoft.com/office/drawing/2014/main" id="{6318C47D-DE9F-4FA8-8237-4CDFF813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0" name="Template 2 object 100">
            <a:extLst xmlns:a="http://schemas.openxmlformats.org/drawingml/2006/main">
              <a:ext uri="{FF2B5EF4-FFF2-40B4-BE49-F238E27FC236}">
                <a16:creationId xmlns:a16="http://schemas.microsoft.com/office/drawing/2014/main" id="{874BC82D-D8E4-472D-A353-BD34925A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[project name] enables</a:t>
            </a:r>
          </a:p>
        </p:txBody>
      </p:sp>
      <p:sp>
        <p:nvSpPr>
          <p:cNvPr id="101" name="Template 2 object 101">
            <a:extLst xmlns:a="http://schemas.openxmlformats.org/drawingml/2006/main">
              <a:ext uri="{FF2B5EF4-FFF2-40B4-BE49-F238E27FC236}">
                <a16:creationId xmlns:a16="http://schemas.microsoft.com/office/drawing/2014/main" id="{D6DC3DD8-E0C9-4BC0-BD91-12D6311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[Capability 1]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[What the system does]</a:t>
            </a:r>
          </a:p>
        </p:txBody>
      </p:sp>
      <p:cxnSp>
        <p:nvCxnSpPr>
          <p:cNvPr id="111" name="Template 2 object 111">
            <a:extLst xmlns:a="http://schemas.openxmlformats.org/drawingml/2006/main">
              <a:ext uri="{FF2B5EF4-FFF2-40B4-BE49-F238E27FC236}">
                <a16:creationId xmlns:a16="http://schemas.microsoft.com/office/drawing/2014/main" id="{C68D6409-B933-492A-9367-3087A7DBB30B}"/>
              </a:ext>
            </a:extLst>
          </p:cNvPr>
          <p:cNvCxnSpPr/>
          <p:nvPr/>
        </p:nvCxnSpPr>
        <p:spPr>
          <a:xfrm xmlns:a="http://schemas.openxmlformats.org/drawingml/2006/main">
            <a:off x="5562600" y="25622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A90"/>
            </a:solidFill>
            <a:prstDash val="solid"/>
            <a:headEnd type="none" w="med" len="med"/>
            <a:tailEnd type="triangle" w="lg" len="med"/>
          </a:ln>
        </p:spPr>
      </p:cxnSp>
      <p:sp>
        <p:nvSpPr>
          <p:cNvPr id="103" name="Template 2 object 103">
            <a:extLst xmlns:a="http://schemas.openxmlformats.org/drawingml/2006/main">
              <a:ext uri="{FF2B5EF4-FFF2-40B4-BE49-F238E27FC236}">
                <a16:creationId xmlns:a16="http://schemas.microsoft.com/office/drawing/2014/main" id="{73F05D04-6A99-4CDC-96D5-C52148CA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[Benefit 1]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[Why it matters]</a:t>
            </a:r>
          </a:p>
        </p:txBody>
      </p:sp>
      <p:sp>
        <p:nvSpPr>
          <p:cNvPr id="104" name="Template 2 object 104">
            <a:extLst xmlns:a="http://schemas.openxmlformats.org/drawingml/2006/main">
              <a:ext uri="{FF2B5EF4-FFF2-40B4-BE49-F238E27FC236}">
                <a16:creationId xmlns:a16="http://schemas.microsoft.com/office/drawing/2014/main" id="{40EA4474-7B1C-4AAA-BB4B-1D4F2826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[Capability 2]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[What changes]</a:t>
            </a:r>
          </a:p>
        </p:txBody>
      </p:sp>
      <p:cxnSp>
        <p:nvCxnSpPr>
          <p:cNvPr id="112" name="Template 2 object 112">
            <a:extLst xmlns:a="http://schemas.openxmlformats.org/drawingml/2006/main">
              <a:ext uri="{FF2B5EF4-FFF2-40B4-BE49-F238E27FC236}">
                <a16:creationId xmlns:a16="http://schemas.microsoft.com/office/drawing/2014/main" id="{038F0651-5A4F-41BD-A08F-F858E5D8BAD4}"/>
              </a:ext>
            </a:extLst>
          </p:cNvPr>
          <p:cNvCxnSpPr/>
          <p:nvPr/>
        </p:nvCxnSpPr>
        <p:spPr>
          <a:xfrm xmlns:a="http://schemas.openxmlformats.org/drawingml/2006/main">
            <a:off x="5562600" y="37242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A90"/>
            </a:solidFill>
            <a:prstDash val="solid"/>
            <a:headEnd type="none" w="med" len="med"/>
            <a:tailEnd type="triangle" w="lg" len="med"/>
          </a:ln>
        </p:spPr>
      </p:cxnSp>
      <p:sp>
        <p:nvSpPr>
          <p:cNvPr id="106" name="Template 2 object 106">
            <a:extLst xmlns:a="http://schemas.openxmlformats.org/drawingml/2006/main">
              <a:ext uri="{FF2B5EF4-FFF2-40B4-BE49-F238E27FC236}">
                <a16:creationId xmlns:a16="http://schemas.microsoft.com/office/drawing/2014/main" id="{B6F7A8A6-2B61-452C-8FA4-D1E8769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[Benefit 2]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[Who benefits]</a:t>
            </a:r>
          </a:p>
        </p:txBody>
      </p:sp>
      <p:sp>
        <p:nvSpPr>
          <p:cNvPr id="107" name="Template 2 object 107">
            <a:extLst xmlns:a="http://schemas.openxmlformats.org/drawingml/2006/main">
              <a:ext uri="{FF2B5EF4-FFF2-40B4-BE49-F238E27FC236}">
                <a16:creationId xmlns:a16="http://schemas.microsoft.com/office/drawing/2014/main" id="{14FF93CD-C30D-453C-94F6-8BBE70D8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[Capability 3]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[What becomes possible]</a:t>
            </a:r>
          </a:p>
        </p:txBody>
      </p:sp>
      <p:cxnSp>
        <p:nvCxnSpPr>
          <p:cNvPr id="113" name="Template 2 object 113">
            <a:extLst xmlns:a="http://schemas.openxmlformats.org/drawingml/2006/main">
              <a:ext uri="{FF2B5EF4-FFF2-40B4-BE49-F238E27FC236}">
                <a16:creationId xmlns:a16="http://schemas.microsoft.com/office/drawing/2014/main" id="{A5B1575A-55C4-44D5-9919-D3479E9E9529}"/>
              </a:ext>
            </a:extLst>
          </p:cNvPr>
          <p:cNvCxnSpPr/>
          <p:nvPr/>
        </p:nvCxnSpPr>
        <p:spPr>
          <a:xfrm xmlns:a="http://schemas.openxmlformats.org/drawingml/2006/main">
            <a:off x="5562600" y="48863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A90"/>
            </a:solidFill>
            <a:prstDash val="solid"/>
            <a:headEnd type="none" w="med" len="med"/>
            <a:tailEnd type="triangle" w="lg" len="med"/>
          </a:ln>
        </p:spPr>
      </p:cxnSp>
      <p:sp>
        <p:nvSpPr>
          <p:cNvPr id="109" name="Template 2 object 109">
            <a:extLst xmlns:a="http://schemas.openxmlformats.org/drawingml/2006/main">
              <a:ext uri="{FF2B5EF4-FFF2-40B4-BE49-F238E27FC236}">
                <a16:creationId xmlns:a16="http://schemas.microsoft.com/office/drawing/2014/main" id="{BBC7E7FC-9656-4972-996B-8F259DFD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[Benefit 3]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[Practical outcome]</a:t>
            </a:r>
          </a:p>
        </p:txBody>
      </p:sp>
      <p:sp>
        <p:nvSpPr>
          <p:cNvPr id="110" name="Template 2 object 110">
            <a:extLst xmlns:a="http://schemas.openxmlformats.org/drawingml/2006/main">
              <a:ext uri="{FF2B5EF4-FFF2-40B4-BE49-F238E27FC236}">
                <a16:creationId xmlns:a16="http://schemas.microsoft.com/office/drawing/2014/main" id="{904707E1-B32D-4553-A465-F86CD8B0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[Summarize the supported value in one sentence.]</a:t>
            </a:r>
          </a:p>
        </p:txBody>
      </p:sp>
      <p:sp>
        <p:nvSpPr>
          <p:cNvPr id="114" name="Template 2 object 114">
            <a:extLst xmlns:a="http://schemas.openxmlformats.org/drawingml/2006/main">
              <a:ext uri="{FF2B5EF4-FFF2-40B4-BE49-F238E27FC236}">
                <a16:creationId xmlns:a16="http://schemas.microsoft.com/office/drawing/2014/main" id="{D89D95AD-2215-48F0-8697-3534AE07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[Define the key term that the audience needs.]</a:t>
            </a:r>
          </a:p>
        </p:txBody>
      </p:sp>
    </p:spTree>
    <p:extLst>
      <p:ext uri="{BB962C8B-B14F-4D97-AF65-F5344CB8AC3E}">
        <p14:creationId xmlns:p14="http://schemas.microsoft.com/office/powerpoint/2010/main" val="2070116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mplate 3 object 17">
            <a:extLst xmlns:a="http://schemas.openxmlformats.org/drawingml/2006/main">
              <a:ext uri="{FF2B5EF4-FFF2-40B4-BE49-F238E27FC236}">
                <a16:creationId xmlns:a16="http://schemas.microsoft.com/office/drawing/2014/main" id="{EE34A1C2-12AF-4412-BE75-3C90C7FB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8" name="Template 3 object 18">
            <a:extLst xmlns:a="http://schemas.openxmlformats.org/drawingml/2006/main">
              <a:ext uri="{FF2B5EF4-FFF2-40B4-BE49-F238E27FC236}">
                <a16:creationId xmlns:a16="http://schemas.microsoft.com/office/drawing/2014/main" id="{A116F49C-7EDD-412E-BDC5-E5120205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00" name="Template 3 object 100">
            <a:extLst xmlns:a="http://schemas.openxmlformats.org/drawingml/2006/main">
              <a:ext uri="{FF2B5EF4-FFF2-40B4-BE49-F238E27FC236}">
                <a16:creationId xmlns:a16="http://schemas.microsoft.com/office/drawing/2014/main" id="{1534725B-B702-4677-8125-B25A02D9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PROBLEM AND APPROACH</a:t>
            </a:r>
          </a:p>
        </p:txBody>
      </p:sp>
      <p:sp>
        <p:nvSpPr>
          <p:cNvPr id="101" name="Template 3 object 101">
            <a:extLst xmlns:a="http://schemas.openxmlformats.org/drawingml/2006/main">
              <a:ext uri="{FF2B5EF4-FFF2-40B4-BE49-F238E27FC236}">
                <a16:creationId xmlns:a16="http://schemas.microsoft.com/office/drawing/2014/main" id="{E83E2292-473D-4BA2-A596-842824D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[How the proposed approach changes]</a:t>
            </a:r>
          </a:p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[the existing workflow]</a:t>
            </a:r>
          </a:p>
        </p:txBody>
      </p:sp>
      <p:sp>
        <p:nvSpPr>
          <p:cNvPr id="102" name="Template 3 object 102">
            <a:extLst xmlns:a="http://schemas.openxmlformats.org/drawingml/2006/main">
              <a:ext uri="{FF2B5EF4-FFF2-40B4-BE49-F238E27FC236}">
                <a16:creationId xmlns:a16="http://schemas.microsoft.com/office/drawing/2014/main" id="{0902D8A2-4060-40E9-BB54-DA6AE4DE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Baseline approach</a:t>
            </a:r>
          </a:p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[Current workflow]</a:t>
            </a:r>
          </a:p>
        </p:txBody>
      </p:sp>
      <p:sp>
        <p:nvSpPr>
          <p:cNvPr id="103" name="Template 3 object 103">
            <a:extLst xmlns:a="http://schemas.openxmlformats.org/drawingml/2006/main">
              <a:ext uri="{FF2B5EF4-FFF2-40B4-BE49-F238E27FC236}">
                <a16:creationId xmlns:a16="http://schemas.microsoft.com/office/drawing/2014/main" id="{815A3FE1-2F60-40D9-B0D7-9BDB24BB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4" name="Template 3 object 104">
            <a:extLst xmlns:a="http://schemas.openxmlformats.org/drawingml/2006/main">
              <a:ext uri="{FF2B5EF4-FFF2-40B4-BE49-F238E27FC236}">
                <a16:creationId xmlns:a16="http://schemas.microsoft.com/office/drawing/2014/main" id="{ECC0DCC2-88EB-4743-8550-FE727D85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955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Other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cxnSp>
        <p:nvCxnSpPr>
          <p:cNvPr id="129" name="Template 3 object 129">
            <a:extLst xmlns:a="http://schemas.openxmlformats.org/drawingml/2006/main">
              <a:ext uri="{FF2B5EF4-FFF2-40B4-BE49-F238E27FC236}">
                <a16:creationId xmlns:a16="http://schemas.microsoft.com/office/drawing/2014/main" id="{E3A69901-16D5-48B6-A85C-F342CBA09144}"/>
              </a:ext>
            </a:extLst>
          </p:cNvPr>
          <p:cNvCxnSpPr/>
          <p:nvPr/>
        </p:nvCxnSpPr>
        <p:spPr>
          <a:xfrm xmlns:a="http://schemas.openxmlformats.org/drawingml/2006/main">
            <a:off x="3238500" y="334327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A90"/>
            </a:solidFill>
            <a:prstDash val="solid"/>
            <a:headEnd type="none" w="med" len="med"/>
            <a:tailEnd type="triangle" w="lg" len="med"/>
          </a:ln>
        </p:spPr>
      </p:cxnSp>
      <p:sp>
        <p:nvSpPr>
          <p:cNvPr id="106" name="Template 3 object 106">
            <a:extLst xmlns:a="http://schemas.openxmlformats.org/drawingml/2006/main">
              <a:ext uri="{FF2B5EF4-FFF2-40B4-BE49-F238E27FC236}">
                <a16:creationId xmlns:a16="http://schemas.microsoft.com/office/drawing/2014/main" id="{84BB45C8-2CA5-42A9-8CDF-47E06559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7" name="Template 3 object 107">
            <a:extLst xmlns:a="http://schemas.openxmlformats.org/drawingml/2006/main">
              <a:ext uri="{FF2B5EF4-FFF2-40B4-BE49-F238E27FC236}">
                <a16:creationId xmlns:a16="http://schemas.microsoft.com/office/drawing/2014/main" id="{BC141DBE-F1FB-41B6-90F1-5402CA6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02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08" name="Template 3 object 108">
            <a:extLst xmlns:a="http://schemas.openxmlformats.org/drawingml/2006/main">
              <a:ext uri="{FF2B5EF4-FFF2-40B4-BE49-F238E27FC236}">
                <a16:creationId xmlns:a16="http://schemas.microsoft.com/office/drawing/2014/main" id="{93A8530A-BCE4-4163-8C4A-65982A71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48150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9" name="Template 3 object 109">
            <a:extLst xmlns:a="http://schemas.openxmlformats.org/drawingml/2006/main">
              <a:ext uri="{FF2B5EF4-FFF2-40B4-BE49-F238E27FC236}">
                <a16:creationId xmlns:a16="http://schemas.microsoft.com/office/drawing/2014/main" id="{60BAB7D3-5996-4C91-9B0A-70019DC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95775"/>
            <a:ext cx="102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Target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30" name="Template 3 object 130">
            <a:extLst xmlns:a="http://schemas.openxmlformats.org/drawingml/2006/main">
              <a:ext uri="{FF2B5EF4-FFF2-40B4-BE49-F238E27FC236}">
                <a16:creationId xmlns:a16="http://schemas.microsoft.com/office/drawing/2014/main" id="{A214F7C6-988C-4445-8534-A6E8BC9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38675"/>
            <a:ext cx="285750" cy="114300"/>
          </a:xfrm>
          <a:prstGeom xmlns:a="http://schemas.openxmlformats.org/drawingml/2006/main" prst="leftRightArrow">
            <a:avLst>
              <a:gd name="adj1" fmla="val 33333"/>
              <a:gd name="adj2" fmla="val 50000"/>
            </a:avLst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1" name="Template 3 object 131">
            <a:extLst xmlns:a="http://schemas.openxmlformats.org/drawingml/2006/main">
              <a:ext uri="{FF2B5EF4-FFF2-40B4-BE49-F238E27FC236}">
                <a16:creationId xmlns:a16="http://schemas.microsoft.com/office/drawing/2014/main" id="{4646B9B0-EDD2-4C3C-9DA8-06CF931E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38675"/>
            <a:ext cx="285750" cy="114300"/>
          </a:xfrm>
          <a:prstGeom xmlns:a="http://schemas.openxmlformats.org/drawingml/2006/main" prst="leftRightArrow">
            <a:avLst>
              <a:gd name="adj1" fmla="val 33333"/>
              <a:gd name="adj2" fmla="val 50000"/>
            </a:avLst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2" name="Template 3 object 112">
            <a:extLst xmlns:a="http://schemas.openxmlformats.org/drawingml/2006/main">
              <a:ext uri="{FF2B5EF4-FFF2-40B4-BE49-F238E27FC236}">
                <a16:creationId xmlns:a16="http://schemas.microsoft.com/office/drawing/2014/main" id="{BCA50068-36B1-4D79-BE30-AC27A3A7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76675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3" name="Template 3 object 113">
            <a:extLst xmlns:a="http://schemas.openxmlformats.org/drawingml/2006/main">
              <a:ext uri="{FF2B5EF4-FFF2-40B4-BE49-F238E27FC236}">
                <a16:creationId xmlns:a16="http://schemas.microsoft.com/office/drawing/2014/main" id="{0CBDD4C7-06AD-4773-9224-2A1E1B16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62400"/>
            <a:ext cx="2133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Existing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14" name="Template 3 object 114">
            <a:extLst xmlns:a="http://schemas.openxmlformats.org/drawingml/2006/main">
              <a:ext uri="{FF2B5EF4-FFF2-40B4-BE49-F238E27FC236}">
                <a16:creationId xmlns:a16="http://schemas.microsoft.com/office/drawing/2014/main" id="{8C1C3C14-BE3C-4AAF-9DE2-75E84C24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6725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[Step 1]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[Step 2]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[Step 3]</a:t>
            </a:r>
          </a:p>
        </p:txBody>
      </p:sp>
      <p:sp>
        <p:nvSpPr>
          <p:cNvPr id="115" name="Template 3 object 115">
            <a:extLst xmlns:a="http://schemas.openxmlformats.org/drawingml/2006/main">
              <a:ext uri="{FF2B5EF4-FFF2-40B4-BE49-F238E27FC236}">
                <a16:creationId xmlns:a16="http://schemas.microsoft.com/office/drawing/2014/main" id="{25596908-EDC4-4B5C-9E53-9B4F8971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1971675"/>
            <a:ext cx="56235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Proposed approach</a:t>
            </a:r>
          </a:p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[New workflow]</a:t>
            </a:r>
          </a:p>
        </p:txBody>
      </p:sp>
      <p:sp>
        <p:nvSpPr>
          <p:cNvPr id="116" name="Template 3 object 116">
            <a:extLst xmlns:a="http://schemas.openxmlformats.org/drawingml/2006/main">
              <a:ext uri="{FF2B5EF4-FFF2-40B4-BE49-F238E27FC236}">
                <a16:creationId xmlns:a16="http://schemas.microsoft.com/office/drawing/2014/main" id="{F73470F6-77C0-42CE-81AD-4A9C9F4E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7" name="Template 3 object 117">
            <a:extLst xmlns:a="http://schemas.openxmlformats.org/drawingml/2006/main">
              <a:ext uri="{FF2B5EF4-FFF2-40B4-BE49-F238E27FC236}">
                <a16:creationId xmlns:a16="http://schemas.microsoft.com/office/drawing/2014/main" id="{A67F1665-5AC5-4B5A-881A-4881B54C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955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Other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cxnSp>
        <p:nvCxnSpPr>
          <p:cNvPr id="132" name="Template 3 object 132">
            <a:extLst xmlns:a="http://schemas.openxmlformats.org/drawingml/2006/main">
              <a:ext uri="{FF2B5EF4-FFF2-40B4-BE49-F238E27FC236}">
                <a16:creationId xmlns:a16="http://schemas.microsoft.com/office/drawing/2014/main" id="{A0A58C39-A27E-4C80-8699-83C11CBDE596}"/>
              </a:ext>
            </a:extLst>
          </p:cNvPr>
          <p:cNvCxnSpPr/>
          <p:nvPr/>
        </p:nvCxnSpPr>
        <p:spPr>
          <a:xfrm xmlns:a="http://schemas.openxmlformats.org/drawingml/2006/main">
            <a:off x="8953500" y="334327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A90"/>
            </a:solidFill>
            <a:prstDash val="solid"/>
            <a:headEnd type="none" w="med" len="med"/>
            <a:tailEnd type="triangle" w="lg" len="med"/>
          </a:ln>
        </p:spPr>
      </p:cxnSp>
      <p:sp>
        <p:nvSpPr>
          <p:cNvPr id="119" name="Template 3 object 119">
            <a:extLst xmlns:a="http://schemas.openxmlformats.org/drawingml/2006/main">
              <a:ext uri="{FF2B5EF4-FFF2-40B4-BE49-F238E27FC236}">
                <a16:creationId xmlns:a16="http://schemas.microsoft.com/office/drawing/2014/main" id="{97056015-6AAC-47F0-BE28-FDD685CD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0" name="Template 3 object 120">
            <a:extLst xmlns:a="http://schemas.openxmlformats.org/drawingml/2006/main">
              <a:ext uri="{FF2B5EF4-FFF2-40B4-BE49-F238E27FC236}">
                <a16:creationId xmlns:a16="http://schemas.microsoft.com/office/drawing/2014/main" id="{9DB4893A-C93A-46A1-BE7F-D0D82E4A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102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21" name="Template 3 object 121">
            <a:extLst xmlns:a="http://schemas.openxmlformats.org/drawingml/2006/main">
              <a:ext uri="{FF2B5EF4-FFF2-40B4-BE49-F238E27FC236}">
                <a16:creationId xmlns:a16="http://schemas.microsoft.com/office/drawing/2014/main" id="{12314930-EAA9-4E56-9548-F68D89AE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48150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2" name="Template 3 object 122">
            <a:extLst xmlns:a="http://schemas.openxmlformats.org/drawingml/2006/main">
              <a:ext uri="{FF2B5EF4-FFF2-40B4-BE49-F238E27FC236}">
                <a16:creationId xmlns:a16="http://schemas.microsoft.com/office/drawing/2014/main" id="{00A5D5F3-B743-49D0-9DA3-31DA4970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95775"/>
            <a:ext cx="102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Target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33" name="Template 3 object 133">
            <a:extLst xmlns:a="http://schemas.openxmlformats.org/drawingml/2006/main">
              <a:ext uri="{FF2B5EF4-FFF2-40B4-BE49-F238E27FC236}">
                <a16:creationId xmlns:a16="http://schemas.microsoft.com/office/drawing/2014/main" id="{5C495B03-1CA5-410E-873E-698DD2BD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38675"/>
            <a:ext cx="285750" cy="114300"/>
          </a:xfrm>
          <a:prstGeom xmlns:a="http://schemas.openxmlformats.org/drawingml/2006/main" prst="leftRightArrow">
            <a:avLst>
              <a:gd name="adj1" fmla="val 33333"/>
              <a:gd name="adj2" fmla="val 50000"/>
            </a:avLst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4" name="Template 3 object 134">
            <a:extLst xmlns:a="http://schemas.openxmlformats.org/drawingml/2006/main">
              <a:ext uri="{FF2B5EF4-FFF2-40B4-BE49-F238E27FC236}">
                <a16:creationId xmlns:a16="http://schemas.microsoft.com/office/drawing/2014/main" id="{53B379B9-6401-4CC8-96D6-BC516063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38675"/>
            <a:ext cx="285750" cy="114300"/>
          </a:xfrm>
          <a:prstGeom xmlns:a="http://schemas.openxmlformats.org/drawingml/2006/main" prst="leftRightArrow">
            <a:avLst>
              <a:gd name="adj1" fmla="val 33333"/>
              <a:gd name="adj2" fmla="val 50000"/>
            </a:avLst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5" name="Template 3 object 125">
            <a:extLst xmlns:a="http://schemas.openxmlformats.org/drawingml/2006/main">
              <a:ext uri="{FF2B5EF4-FFF2-40B4-BE49-F238E27FC236}">
                <a16:creationId xmlns:a16="http://schemas.microsoft.com/office/drawing/2014/main" id="{782B18C1-1C12-44CC-8770-B6CF1C34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008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6" name="Template 3 object 126">
            <a:extLst xmlns:a="http://schemas.openxmlformats.org/drawingml/2006/main">
              <a:ext uri="{FF2B5EF4-FFF2-40B4-BE49-F238E27FC236}">
                <a16:creationId xmlns:a16="http://schemas.microsoft.com/office/drawing/2014/main" id="{944BAFF7-8A0B-4499-92D7-FC1A7755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2133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Proposed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27" name="Template 3 object 127">
            <a:extLst xmlns:a="http://schemas.openxmlformats.org/drawingml/2006/main">
              <a:ext uri="{FF2B5EF4-FFF2-40B4-BE49-F238E27FC236}">
                <a16:creationId xmlns:a16="http://schemas.microsoft.com/office/drawing/2014/main" id="{49C379D9-F25F-47EF-9692-908B0CC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6725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[Function 1]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[Function 2]</a:t>
            </a:r>
          </a:p>
          <a:p xmlns:a="http://schemas.openxmlformats.org/drawingml/2006/main">
            <a:pPr algn="ctr">
              <a:buNone/>
              <a:defRPr sz="16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[Function 3]</a:t>
            </a:r>
          </a:p>
        </p:txBody>
      </p:sp>
    </p:spTree>
    <p:extLst>
      <p:ext uri="{BB962C8B-B14F-4D97-AF65-F5344CB8AC3E}">
        <p14:creationId xmlns:p14="http://schemas.microsoft.com/office/powerpoint/2010/main" val="893360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mplate 4 object 7">
            <a:extLst xmlns:a="http://schemas.openxmlformats.org/drawingml/2006/main">
              <a:ext uri="{FF2B5EF4-FFF2-40B4-BE49-F238E27FC236}">
                <a16:creationId xmlns:a16="http://schemas.microsoft.com/office/drawing/2014/main" id="{00564D4F-A0D9-4D59-AEF7-19F057ED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GETTING STARTED</a:t>
            </a:r>
          </a:p>
        </p:txBody>
      </p:sp>
      <p:sp>
        <p:nvSpPr>
          <p:cNvPr id="2" name="Template 4 object 2">
            <a:extLst xmlns:a="http://schemas.openxmlformats.org/drawingml/2006/main">
              <a:ext uri="{FF2B5EF4-FFF2-40B4-BE49-F238E27FC236}">
                <a16:creationId xmlns:a16="http://schemas.microsoft.com/office/drawing/2014/main" id="{73003CF0-997D-4F9D-8398-BBF4E3BC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[What using the system looks like]</a:t>
            </a:r>
          </a:p>
        </p:txBody>
      </p:sp>
      <p:sp>
        <p:nvSpPr>
          <p:cNvPr id="4" name="Template 4 object 4">
            <a:extLst xmlns:a="http://schemas.openxmlformats.org/drawingml/2006/main">
              <a:ext uri="{FF2B5EF4-FFF2-40B4-BE49-F238E27FC236}">
                <a16:creationId xmlns:a16="http://schemas.microsoft.com/office/drawing/2014/main" id="{B74F8351-A5ED-498D-95B4-EE313F2E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[Configure the system.] [Run a representative task.] [Inspect the outcome.]</a:t>
            </a:r>
          </a:p>
        </p:txBody>
      </p:sp>
      <p:sp>
        <p:nvSpPr>
          <p:cNvPr id="5" name="Template 4 object 5">
            <a:extLst xmlns:a="http://schemas.openxmlformats.org/drawingml/2006/main">
              <a:ext uri="{FF2B5EF4-FFF2-40B4-BE49-F238E27FC236}">
                <a16:creationId xmlns:a16="http://schemas.microsoft.com/office/drawing/2014/main" id="{82E60DB9-3926-4E6C-91ED-38A3B657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6" name="Template 4 object 6">
            <a:extLst xmlns:a="http://schemas.openxmlformats.org/drawingml/2006/main">
              <a:ext uri="{FF2B5EF4-FFF2-40B4-BE49-F238E27FC236}">
                <a16:creationId xmlns:a16="http://schemas.microsoft.com/office/drawing/2014/main" id="{F1FB2628-AE9D-4208-AC57-829380DE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8" name="Editable image placeholder 4">
            <a:extLst xmlns:a="http://schemas.openxmlformats.org/drawingml/2006/main">
              <a:ext uri="{FF2B5EF4-FFF2-40B4-BE49-F238E27FC236}">
                <a16:creationId xmlns:a16="http://schemas.microsoft.com/office/drawing/2014/main" id="{4B83F706-EDD6-4B60-A45F-39C610C1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2656"/>
            <a:ext cx="10972800" cy="4388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007F82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>
                <a:solidFill>
                  <a:srgbClr val="536B7B"/>
                </a:solidFill>
              </a:defRPr>
            </a:defPPr>
            <a:lvl1pPr algn="ctr">
              <a:defRPr sz="1350">
                <a:solidFill>
                  <a:srgbClr val="536B7B"/>
                </a:solidFill>
              </a:defRPr>
            </a:lvl1pPr>
            <a:lvl2pPr algn="ctr">
              <a:defRPr sz="1350">
                <a:solidFill>
                  <a:srgbClr val="536B7B"/>
                </a:solidFill>
              </a:defRPr>
            </a:lvl2pPr>
            <a:lvl3pPr algn="ctr">
              <a:defRPr sz="1350">
                <a:solidFill>
                  <a:srgbClr val="536B7B"/>
                </a:solidFill>
              </a:defRPr>
            </a:lvl3pPr>
            <a:lvl4pPr algn="ctr">
              <a:defRPr sz="1350">
                <a:solidFill>
                  <a:srgbClr val="536B7B"/>
                </a:solidFill>
              </a:defRPr>
            </a:lvl4pPr>
            <a:lvl5pPr algn="ctr">
              <a:defRPr sz="1350">
                <a:solidFill>
                  <a:srgbClr val="536B7B"/>
                </a:solidFill>
              </a:defRPr>
            </a:lvl5pPr>
            <a:lvl6pPr algn="ctr">
              <a:defRPr sz="1350">
                <a:solidFill>
                  <a:srgbClr val="536B7B"/>
                </a:solidFill>
              </a:defRPr>
            </a:lvl6pPr>
            <a:lvl7pPr algn="ctr">
              <a:defRPr sz="1350">
                <a:solidFill>
                  <a:srgbClr val="536B7B"/>
                </a:solidFill>
              </a:defRPr>
            </a:lvl7pPr>
            <a:lvl8pPr algn="ctr">
              <a:defRPr sz="1350">
                <a:solidFill>
                  <a:srgbClr val="536B7B"/>
                </a:solidFill>
              </a:defRPr>
            </a:lvl8pPr>
            <a:lvl9pPr algn="ctr">
              <a:defRPr sz="135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36B7B"/>
                </a:solidFill>
              </a:defRPr>
            </a:pPr>
            <a:r>
              <a:rPr sz="1350">
                <a:solidFill>
                  <a:srgbClr val="536B7B"/>
                </a:solidFill>
              </a:rPr>
              <a:t>[Insert overview illustration]</a:t>
            </a:r>
          </a:p>
        </p:txBody>
      </p:sp>
    </p:spTree>
    <p:extLst>
      <p:ext uri="{BB962C8B-B14F-4D97-AF65-F5344CB8AC3E}">
        <p14:creationId xmlns:p14="http://schemas.microsoft.com/office/powerpoint/2010/main" val="515186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mplate 5 object 21">
            <a:extLst xmlns:a="http://schemas.openxmlformats.org/drawingml/2006/main">
              <a:ext uri="{FF2B5EF4-FFF2-40B4-BE49-F238E27FC236}">
                <a16:creationId xmlns:a16="http://schemas.microsoft.com/office/drawing/2014/main" id="{0794D6F0-6A98-48B1-80D2-096EAD53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Template 5 object 2">
            <a:extLst xmlns:a="http://schemas.openxmlformats.org/drawingml/2006/main">
              <a:ext uri="{FF2B5EF4-FFF2-40B4-BE49-F238E27FC236}">
                <a16:creationId xmlns:a16="http://schemas.microsoft.com/office/drawing/2014/main" id="{F350CF2F-DD52-4D4A-8E4A-24946A03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[How the main components work together]</a:t>
            </a:r>
          </a:p>
        </p:txBody>
      </p:sp>
      <p:sp>
        <p:nvSpPr>
          <p:cNvPr id="6" name="Template 5 object 6">
            <a:extLst xmlns:a="http://schemas.openxmlformats.org/drawingml/2006/main">
              <a:ext uri="{FF2B5EF4-FFF2-40B4-BE49-F238E27FC236}">
                <a16:creationId xmlns:a16="http://schemas.microsoft.com/office/drawing/2014/main" id="{CCAF80F0-1DD9-4319-A09D-C6937B5F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2383">
            <a:solidFill>
              <a:srgbClr val="D6E2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Upstream service</a:t>
            </a:r>
          </a:p>
        </p:txBody>
      </p:sp>
      <p:sp>
        <p:nvSpPr>
          <p:cNvPr id="7" name="Template 5 object 7">
            <a:extLst xmlns:a="http://schemas.openxmlformats.org/drawingml/2006/main">
              <a:ext uri="{FF2B5EF4-FFF2-40B4-BE49-F238E27FC236}">
                <a16:creationId xmlns:a16="http://schemas.microsoft.com/office/drawing/2014/main" id="{BC57E1E5-3487-4C19-BDE6-0ED3B60D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2383">
            <a:solidFill>
              <a:srgbClr val="D6E2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Input system</a:t>
            </a:r>
          </a:p>
        </p:txBody>
      </p:sp>
      <p:sp>
        <p:nvSpPr>
          <p:cNvPr id="8" name="Template 5 object 8">
            <a:extLst xmlns:a="http://schemas.openxmlformats.org/drawingml/2006/main">
              <a:ext uri="{FF2B5EF4-FFF2-40B4-BE49-F238E27FC236}">
                <a16:creationId xmlns:a16="http://schemas.microsoft.com/office/drawing/2014/main" id="{5A544E95-20B3-4441-A756-98FB63D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381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383">
            <a:solidFill>
              <a:srgbClr val="102A43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Aft>
                <a:spcPts val="2"/>
              </a:spcAft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Coordinator</a:t>
            </a:r>
          </a:p>
          <a:p xmlns:a="http://schemas.openxmlformats.org/drawingml/2006/main">
            <a:pPr algn="ctr">
              <a:spcAft>
                <a:spcPts val="2"/>
              </a:spcAft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Routing layer</a:t>
            </a:r>
          </a:p>
          <a:p xmlns:a="http://schemas.openxmlformats.org/drawingml/2006/main">
            <a:pPr algn="ctr">
              <a:spcAft>
                <a:spcPts val="2"/>
              </a:spcAft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[Responsibility]</a:t>
            </a:r>
          </a:p>
        </p:txBody>
      </p:sp>
      <p:sp>
        <p:nvSpPr>
          <p:cNvPr id="9" name="Template 5 object 9">
            <a:extLst xmlns:a="http://schemas.openxmlformats.org/drawingml/2006/main">
              <a:ext uri="{FF2B5EF4-FFF2-40B4-BE49-F238E27FC236}">
                <a16:creationId xmlns:a16="http://schemas.microsoft.com/office/drawing/2014/main" id="{E67E667F-48F7-40EC-AB73-7F28CCC1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2383">
            <a:solidFill>
              <a:srgbClr val="D6E2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Output system</a:t>
            </a:r>
          </a:p>
        </p:txBody>
      </p:sp>
      <p:sp>
        <p:nvSpPr>
          <p:cNvPr id="10" name="Template 5 object 10">
            <a:extLst xmlns:a="http://schemas.openxmlformats.org/drawingml/2006/main">
              <a:ext uri="{FF2B5EF4-FFF2-40B4-BE49-F238E27FC236}">
                <a16:creationId xmlns:a16="http://schemas.microsoft.com/office/drawing/2014/main" id="{DC725B0C-6BC1-4678-AC95-50141A3D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381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12383">
            <a:solidFill>
              <a:srgbClr val="007F82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Aft>
                <a:spcPts val="2"/>
              </a:spcAft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Processing engine</a:t>
            </a:r>
          </a:p>
          <a:p xmlns:a="http://schemas.openxmlformats.org/drawingml/2006/main">
            <a:pPr algn="ctr">
              <a:spcAft>
                <a:spcPts val="2"/>
              </a:spcAft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Execution layer</a:t>
            </a:r>
          </a:p>
          <a:p xmlns:a="http://schemas.openxmlformats.org/drawingml/2006/main">
            <a:pPr algn="ctr">
              <a:spcAft>
                <a:spcPts val="2"/>
              </a:spcAft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[Responsibility]</a:t>
            </a:r>
          </a:p>
        </p:txBody>
      </p:sp>
      <p:sp>
        <p:nvSpPr>
          <p:cNvPr id="15" name="Template 5 object 15">
            <a:extLst xmlns:a="http://schemas.openxmlformats.org/drawingml/2006/main">
              <a:ext uri="{FF2B5EF4-FFF2-40B4-BE49-F238E27FC236}">
                <a16:creationId xmlns:a16="http://schemas.microsoft.com/office/drawing/2014/main" id="{9E2B000C-31FC-4E24-8634-E8F22FE6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[Interface]</a:t>
            </a:r>
          </a:p>
        </p:txBody>
      </p:sp>
      <p:sp>
        <p:nvSpPr>
          <p:cNvPr id="16" name="Template 5 object 16">
            <a:extLst xmlns:a="http://schemas.openxmlformats.org/drawingml/2006/main">
              <a:ext uri="{FF2B5EF4-FFF2-40B4-BE49-F238E27FC236}">
                <a16:creationId xmlns:a16="http://schemas.microsoft.com/office/drawing/2014/main" id="{A0304CEB-C414-4230-B1C5-38E04D10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[Interface]</a:t>
            </a:r>
          </a:p>
        </p:txBody>
      </p:sp>
      <p:sp>
        <p:nvSpPr>
          <p:cNvPr id="22" name="Template 5 object 22">
            <a:extLst xmlns:a="http://schemas.openxmlformats.org/drawingml/2006/main">
              <a:ext uri="{FF2B5EF4-FFF2-40B4-BE49-F238E27FC236}">
                <a16:creationId xmlns:a16="http://schemas.microsoft.com/office/drawing/2014/main" id="{01E5A7B7-6EDD-4902-9A75-C5BD86DF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23" name="Template 5 object 23">
            <a:extLst xmlns:a="http://schemas.openxmlformats.org/drawingml/2006/main">
              <a:ext uri="{FF2B5EF4-FFF2-40B4-BE49-F238E27FC236}">
                <a16:creationId xmlns:a16="http://schemas.microsoft.com/office/drawing/2014/main" id="{911DD8BE-2F2D-4783-AEA2-5CE83F2E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24" name="Template 5 object 24">
            <a:extLst xmlns:a="http://schemas.openxmlformats.org/drawingml/2006/main">
              <a:ext uri="{FF2B5EF4-FFF2-40B4-BE49-F238E27FC236}">
                <a16:creationId xmlns:a16="http://schemas.microsoft.com/office/drawing/2014/main" id="{6E1D19EA-8544-4D32-A6C5-5B81DACF0971}"/>
              </a:ext>
            </a:extLst>
          </p:cNvPr>
          <p:cNvCxnSpPr/>
          <p:nvPr/>
        </p:nvCxnSpPr>
        <p:spPr>
          <a:xfrm xmlns:a="http://schemas.openxmlformats.org/drawingml/2006/main">
            <a:off x="1638300" y="327660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B7B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25" name="Template 5 object 25">
            <a:extLst xmlns:a="http://schemas.openxmlformats.org/drawingml/2006/main">
              <a:ext uri="{FF2B5EF4-FFF2-40B4-BE49-F238E27FC236}">
                <a16:creationId xmlns:a16="http://schemas.microsoft.com/office/drawing/2014/main" id="{E2156045-339F-485B-9D1B-0B9B00769C5C}"/>
              </a:ext>
            </a:extLst>
          </p:cNvPr>
          <p:cNvCxnSpPr/>
          <p:nvPr/>
        </p:nvCxnSpPr>
        <p:spPr>
          <a:xfrm xmlns:a="http://schemas.openxmlformats.org/drawingml/2006/main">
            <a:off x="2667000" y="48006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26" name="Template 5 object 26">
            <a:extLst xmlns:a="http://schemas.openxmlformats.org/drawingml/2006/main">
              <a:ext uri="{FF2B5EF4-FFF2-40B4-BE49-F238E27FC236}">
                <a16:creationId xmlns:a16="http://schemas.microsoft.com/office/drawing/2014/main" id="{442B83C9-B1C2-481C-946B-E98E362B16DE}"/>
              </a:ext>
            </a:extLst>
          </p:cNvPr>
          <p:cNvCxnSpPr/>
          <p:nvPr/>
        </p:nvCxnSpPr>
        <p:spPr>
          <a:xfrm xmlns:a="http://schemas.openxmlformats.org/drawingml/2006/main">
            <a:off x="8001000" y="48006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27" name="Template 5 object 27">
            <a:extLst xmlns:a="http://schemas.openxmlformats.org/drawingml/2006/main">
              <a:ext uri="{FF2B5EF4-FFF2-40B4-BE49-F238E27FC236}">
                <a16:creationId xmlns:a16="http://schemas.microsoft.com/office/drawing/2014/main" id="{B769CA65-5E2A-46FC-A55D-EFFE904AE849}"/>
              </a:ext>
            </a:extLst>
          </p:cNvPr>
          <p:cNvCxnSpPr/>
          <p:nvPr/>
        </p:nvCxnSpPr>
        <p:spPr>
          <a:xfrm xmlns:a="http://schemas.openxmlformats.org/drawingml/2006/main">
            <a:off x="4686300" y="327660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none" w="lg" len="lg"/>
          </a:ln>
        </p:spPr>
      </p:cxnSp>
      <p:cxnSp>
        <p:nvCxnSpPr>
          <p:cNvPr id="28" name="Template 5 object 28">
            <a:extLst xmlns:a="http://schemas.openxmlformats.org/drawingml/2006/main">
              <a:ext uri="{FF2B5EF4-FFF2-40B4-BE49-F238E27FC236}">
                <a16:creationId xmlns:a16="http://schemas.microsoft.com/office/drawing/2014/main" id="{ADC1C0A5-EFF7-48A6-8E41-BC7D25E6AD4E}"/>
              </a:ext>
            </a:extLst>
          </p:cNvPr>
          <p:cNvCxnSpPr/>
          <p:nvPr/>
        </p:nvCxnSpPr>
        <p:spPr>
          <a:xfrm xmlns:a="http://schemas.openxmlformats.org/drawingml/2006/main">
            <a:off x="7505700" y="327660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none" w="lg" len="lg"/>
            <a:tailEnd type="triangle" w="lg" len="lg"/>
          </a:ln>
        </p:spPr>
      </p:cxnSp>
      <p:sp>
        <p:nvSpPr>
          <p:cNvPr id="29" name="Template 5 object 29">
            <a:extLst xmlns:a="http://schemas.openxmlformats.org/drawingml/2006/main">
              <a:ext uri="{FF2B5EF4-FFF2-40B4-BE49-F238E27FC236}">
                <a16:creationId xmlns:a16="http://schemas.microsoft.com/office/drawing/2014/main" id="{D8411419-B663-4CE2-9AB1-D01AAD32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7F82"/>
                </a:solidFill>
              </a:defRPr>
            </a:defPPr>
            <a:lvl1pPr algn="ctr">
              <a:defRPr sz="1200" b="0">
                <a:solidFill>
                  <a:srgbClr val="007F82"/>
                </a:solidFill>
              </a:defRPr>
            </a:lvl1pPr>
            <a:lvl2pPr algn="ctr">
              <a:defRPr sz="1200" b="0">
                <a:solidFill>
                  <a:srgbClr val="007F82"/>
                </a:solidFill>
              </a:defRPr>
            </a:lvl2pPr>
            <a:lvl3pPr algn="ctr">
              <a:defRPr sz="1200" b="0">
                <a:solidFill>
                  <a:srgbClr val="007F82"/>
                </a:solidFill>
              </a:defRPr>
            </a:lvl3pPr>
            <a:lvl4pPr algn="ctr">
              <a:defRPr sz="1200" b="0">
                <a:solidFill>
                  <a:srgbClr val="007F82"/>
                </a:solidFill>
              </a:defRPr>
            </a:lvl4pPr>
            <a:lvl5pPr algn="ctr">
              <a:defRPr sz="1200" b="0">
                <a:solidFill>
                  <a:srgbClr val="007F82"/>
                </a:solidFill>
              </a:defRPr>
            </a:lvl5pPr>
            <a:lvl6pPr algn="ctr">
              <a:defRPr sz="1200" b="0">
                <a:solidFill>
                  <a:srgbClr val="007F82"/>
                </a:solidFill>
              </a:defRPr>
            </a:lvl6pPr>
            <a:lvl7pPr algn="ctr">
              <a:defRPr sz="1200" b="0">
                <a:solidFill>
                  <a:srgbClr val="007F82"/>
                </a:solidFill>
              </a:defRPr>
            </a:lvl7pPr>
            <a:lvl8pPr algn="ctr">
              <a:defRPr sz="1200" b="0">
                <a:solidFill>
                  <a:srgbClr val="007F82"/>
                </a:solidFill>
              </a:defRPr>
            </a:lvl8pPr>
            <a:lvl9pPr algn="ctr">
              <a:defRPr sz="1200" b="0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007F82"/>
                </a:solidFill>
              </a:defRPr>
            </a:pPr>
            <a:r>
              <a:rPr sz="1200" b="0">
                <a:solidFill>
                  <a:srgbClr val="007F82"/>
                </a:solidFill>
                <a:latin typeface="Arial"/>
                <a:ea typeface="Arial"/>
                <a:cs typeface="Arial"/>
              </a:rPr>
              <a:t>Input data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007F82"/>
                </a:solidFill>
              </a:defRPr>
            </a:pPr>
            <a:r>
              <a:rPr sz="1200" b="0">
                <a:solidFill>
                  <a:srgbClr val="007F82"/>
                </a:solidFill>
                <a:latin typeface="Arial"/>
                <a:ea typeface="Arial"/>
                <a:cs typeface="Arial"/>
              </a:rPr>
              <a:t>[Direction]</a:t>
            </a:r>
          </a:p>
        </p:txBody>
      </p:sp>
      <p:sp>
        <p:nvSpPr>
          <p:cNvPr id="30" name="Template 5 object 30">
            <a:extLst xmlns:a="http://schemas.openxmlformats.org/drawingml/2006/main">
              <a:ext uri="{FF2B5EF4-FFF2-40B4-BE49-F238E27FC236}">
                <a16:creationId xmlns:a16="http://schemas.microsoft.com/office/drawing/2014/main" id="{FC2C829B-14AC-4640-AEE5-E579CB86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7F82"/>
                </a:solidFill>
              </a:defRPr>
            </a:defPPr>
            <a:lvl1pPr algn="ctr">
              <a:defRPr sz="1200" b="0">
                <a:solidFill>
                  <a:srgbClr val="007F82"/>
                </a:solidFill>
              </a:defRPr>
            </a:lvl1pPr>
            <a:lvl2pPr algn="ctr">
              <a:defRPr sz="1200" b="0">
                <a:solidFill>
                  <a:srgbClr val="007F82"/>
                </a:solidFill>
              </a:defRPr>
            </a:lvl2pPr>
            <a:lvl3pPr algn="ctr">
              <a:defRPr sz="1200" b="0">
                <a:solidFill>
                  <a:srgbClr val="007F82"/>
                </a:solidFill>
              </a:defRPr>
            </a:lvl3pPr>
            <a:lvl4pPr algn="ctr">
              <a:defRPr sz="1200" b="0">
                <a:solidFill>
                  <a:srgbClr val="007F82"/>
                </a:solidFill>
              </a:defRPr>
            </a:lvl4pPr>
            <a:lvl5pPr algn="ctr">
              <a:defRPr sz="1200" b="0">
                <a:solidFill>
                  <a:srgbClr val="007F82"/>
                </a:solidFill>
              </a:defRPr>
            </a:lvl5pPr>
            <a:lvl6pPr algn="ctr">
              <a:defRPr sz="1200" b="0">
                <a:solidFill>
                  <a:srgbClr val="007F82"/>
                </a:solidFill>
              </a:defRPr>
            </a:lvl6pPr>
            <a:lvl7pPr algn="ctr">
              <a:defRPr sz="1200" b="0">
                <a:solidFill>
                  <a:srgbClr val="007F82"/>
                </a:solidFill>
              </a:defRPr>
            </a:lvl7pPr>
            <a:lvl8pPr algn="ctr">
              <a:defRPr sz="1200" b="0">
                <a:solidFill>
                  <a:srgbClr val="007F82"/>
                </a:solidFill>
              </a:defRPr>
            </a:lvl8pPr>
            <a:lvl9pPr algn="ctr">
              <a:defRPr sz="1200" b="0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007F82"/>
                </a:solidFill>
              </a:defRPr>
            </a:pPr>
            <a:r>
              <a:rPr sz="1200" b="0">
                <a:solidFill>
                  <a:srgbClr val="007F82"/>
                </a:solidFill>
                <a:latin typeface="Arial"/>
                <a:ea typeface="Arial"/>
                <a:cs typeface="Arial"/>
              </a:rPr>
              <a:t>Output data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007F82"/>
                </a:solidFill>
              </a:defRPr>
            </a:pPr>
            <a:r>
              <a:rPr sz="1200" b="0">
                <a:solidFill>
                  <a:srgbClr val="007F82"/>
                </a:solidFill>
                <a:latin typeface="Arial"/>
                <a:ea typeface="Arial"/>
                <a:cs typeface="Arial"/>
              </a:rPr>
              <a:t>[Direction]</a:t>
            </a:r>
          </a:p>
        </p:txBody>
      </p:sp>
    </p:spTree>
    <p:extLst>
      <p:ext uri="{BB962C8B-B14F-4D97-AF65-F5344CB8AC3E}">
        <p14:creationId xmlns:p14="http://schemas.microsoft.com/office/powerpoint/2010/main" val="1573188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mplate 6 object 19">
            <a:extLst xmlns:a="http://schemas.openxmlformats.org/drawingml/2006/main">
              <a:ext uri="{FF2B5EF4-FFF2-40B4-BE49-F238E27FC236}">
                <a16:creationId xmlns:a16="http://schemas.microsoft.com/office/drawing/2014/main" id="{BB299A9F-95FA-493E-96AA-DA741536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TOPOLOGY</a:t>
            </a:r>
          </a:p>
        </p:txBody>
      </p:sp>
      <p:sp>
        <p:nvSpPr>
          <p:cNvPr id="2" name="Template 6 object 2">
            <a:extLst xmlns:a="http://schemas.openxmlformats.org/drawingml/2006/main">
              <a:ext uri="{FF2B5EF4-FFF2-40B4-BE49-F238E27FC236}">
                <a16:creationId xmlns:a16="http://schemas.microsoft.com/office/drawing/2014/main" id="{09E7889E-C513-41E1-ABE8-A5701111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[How nodes and connections are organized]</a:t>
            </a:r>
          </a:p>
        </p:txBody>
      </p:sp>
      <p:sp>
        <p:nvSpPr>
          <p:cNvPr id="14" name="Template 6 object 14">
            <a:extLst xmlns:a="http://schemas.openxmlformats.org/drawingml/2006/main">
              <a:ext uri="{FF2B5EF4-FFF2-40B4-BE49-F238E27FC236}">
                <a16:creationId xmlns:a16="http://schemas.microsoft.com/office/drawing/2014/main" id="{C8043D42-BE46-47B8-B56A-7E29EFD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Example topology: replace with the actual configuration</a:t>
            </a:r>
          </a:p>
        </p:txBody>
      </p:sp>
      <p:sp>
        <p:nvSpPr>
          <p:cNvPr id="20" name="Template 6 object 20">
            <a:extLst xmlns:a="http://schemas.openxmlformats.org/drawingml/2006/main">
              <a:ext uri="{FF2B5EF4-FFF2-40B4-BE49-F238E27FC236}">
                <a16:creationId xmlns:a16="http://schemas.microsoft.com/office/drawing/2014/main" id="{83CAB7BF-9CF5-48EA-ABDB-A8810AAB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21" name="Template 6 object 21">
            <a:extLst xmlns:a="http://schemas.openxmlformats.org/drawingml/2006/main">
              <a:ext uri="{FF2B5EF4-FFF2-40B4-BE49-F238E27FC236}">
                <a16:creationId xmlns:a16="http://schemas.microsoft.com/office/drawing/2014/main" id="{6B1CAD0A-C886-4C4E-B3C4-E26B956D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9" name="Template 6 object 39">
            <a:extLst xmlns:a="http://schemas.openxmlformats.org/drawingml/2006/main">
              <a:ext uri="{FF2B5EF4-FFF2-40B4-BE49-F238E27FC236}">
                <a16:creationId xmlns:a16="http://schemas.microsoft.com/office/drawing/2014/main" id="{0792678C-1713-4A38-8FF2-8AF80B88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A node is [define the system-level object].</a:t>
            </a:r>
          </a:p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A port is [define the interface or endpoint].</a:t>
            </a:r>
          </a:p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An edge is [define the directed relationship].</a:t>
            </a:r>
          </a:p>
        </p:txBody>
      </p:sp>
      <p:sp>
        <p:nvSpPr>
          <p:cNvPr id="40" name="Template 6 object 40">
            <a:extLst xmlns:a="http://schemas.openxmlformats.org/drawingml/2006/main">
              <a:ext uri="{FF2B5EF4-FFF2-40B4-BE49-F238E27FC236}">
                <a16:creationId xmlns:a16="http://schemas.microsoft.com/office/drawing/2014/main" id="{DDAD2771-2E80-4621-83F2-3F6D0B83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52700"/>
            <a:ext cx="160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2383">
            <a:solidFill>
              <a:srgbClr val="D6E2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mplate 6 object 41">
            <a:extLst xmlns:a="http://schemas.openxmlformats.org/drawingml/2006/main">
              <a:ext uri="{FF2B5EF4-FFF2-40B4-BE49-F238E27FC236}">
                <a16:creationId xmlns:a16="http://schemas.microsoft.com/office/drawing/2014/main" id="{6743E126-E2CD-43C5-B34E-30014B1E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289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Node A</a:t>
            </a:r>
          </a:p>
        </p:txBody>
      </p:sp>
      <p:sp>
        <p:nvSpPr>
          <p:cNvPr id="42" name="Template 6 object 42">
            <a:extLst xmlns:a="http://schemas.openxmlformats.org/drawingml/2006/main">
              <a:ext uri="{FF2B5EF4-FFF2-40B4-BE49-F238E27FC236}">
                <a16:creationId xmlns:a16="http://schemas.microsoft.com/office/drawing/2014/main" id="{667D385C-1EA1-48B4-8F62-F352F306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19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mplate 6 object 43">
            <a:extLst xmlns:a="http://schemas.openxmlformats.org/drawingml/2006/main">
              <a:ext uri="{FF2B5EF4-FFF2-40B4-BE49-F238E27FC236}">
                <a16:creationId xmlns:a16="http://schemas.microsoft.com/office/drawing/2014/main" id="{1EB1DC5E-30E1-4346-823D-17D79613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71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Port 0</a:t>
            </a:r>
          </a:p>
        </p:txBody>
      </p:sp>
      <p:sp>
        <p:nvSpPr>
          <p:cNvPr id="44" name="Template 6 object 44">
            <a:extLst xmlns:a="http://schemas.openxmlformats.org/drawingml/2006/main">
              <a:ext uri="{FF2B5EF4-FFF2-40B4-BE49-F238E27FC236}">
                <a16:creationId xmlns:a16="http://schemas.microsoft.com/office/drawing/2014/main" id="{109A3D31-AACF-4A36-BF53-A79D85C8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00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mplate 6 object 45">
            <a:extLst xmlns:a="http://schemas.openxmlformats.org/drawingml/2006/main">
              <a:ext uri="{FF2B5EF4-FFF2-40B4-BE49-F238E27FC236}">
                <a16:creationId xmlns:a16="http://schemas.microsoft.com/office/drawing/2014/main" id="{BA1E9E8B-7D99-4271-BE27-9457D662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52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Port 1</a:t>
            </a:r>
          </a:p>
        </p:txBody>
      </p:sp>
      <p:sp>
        <p:nvSpPr>
          <p:cNvPr id="46" name="Template 6 object 46">
            <a:extLst xmlns:a="http://schemas.openxmlformats.org/drawingml/2006/main">
              <a:ext uri="{FF2B5EF4-FFF2-40B4-BE49-F238E27FC236}">
                <a16:creationId xmlns:a16="http://schemas.microsoft.com/office/drawing/2014/main" id="{5F15BA17-F810-45FC-AD18-3D407AA2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160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2383">
            <a:solidFill>
              <a:srgbClr val="D6E2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Template 6 object 47">
            <a:extLst xmlns:a="http://schemas.openxmlformats.org/drawingml/2006/main">
              <a:ext uri="{FF2B5EF4-FFF2-40B4-BE49-F238E27FC236}">
                <a16:creationId xmlns:a16="http://schemas.microsoft.com/office/drawing/2014/main" id="{A8268D89-D07A-47B7-9B0F-13A7EAD3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71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Node B</a:t>
            </a:r>
          </a:p>
        </p:txBody>
      </p:sp>
      <p:sp>
        <p:nvSpPr>
          <p:cNvPr id="48" name="Template 6 object 48">
            <a:extLst xmlns:a="http://schemas.openxmlformats.org/drawingml/2006/main">
              <a:ext uri="{FF2B5EF4-FFF2-40B4-BE49-F238E27FC236}">
                <a16:creationId xmlns:a16="http://schemas.microsoft.com/office/drawing/2014/main" id="{4AC59F5F-278B-4912-AEC4-407817C3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562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Template 6 object 49">
            <a:extLst xmlns:a="http://schemas.openxmlformats.org/drawingml/2006/main">
              <a:ext uri="{FF2B5EF4-FFF2-40B4-BE49-F238E27FC236}">
                <a16:creationId xmlns:a16="http://schemas.microsoft.com/office/drawing/2014/main" id="{98F81E2E-DF1C-4F91-869C-34F4AED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Port 0</a:t>
            </a:r>
          </a:p>
        </p:txBody>
      </p:sp>
      <p:sp>
        <p:nvSpPr>
          <p:cNvPr id="50" name="Template 6 object 50">
            <a:extLst xmlns:a="http://schemas.openxmlformats.org/drawingml/2006/main">
              <a:ext uri="{FF2B5EF4-FFF2-40B4-BE49-F238E27FC236}">
                <a16:creationId xmlns:a16="http://schemas.microsoft.com/office/drawing/2014/main" id="{684EA076-93CA-406D-BFDB-F49A6615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943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mplate 6 object 51">
            <a:extLst xmlns:a="http://schemas.openxmlformats.org/drawingml/2006/main">
              <a:ext uri="{FF2B5EF4-FFF2-40B4-BE49-F238E27FC236}">
                <a16:creationId xmlns:a16="http://schemas.microsoft.com/office/drawing/2014/main" id="{E985B919-D5AC-42AF-89B8-3E0EEEC3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Port 1</a:t>
            </a:r>
          </a:p>
        </p:txBody>
      </p:sp>
      <p:sp>
        <p:nvSpPr>
          <p:cNvPr id="52" name="Template 6 object 52">
            <a:extLst xmlns:a="http://schemas.openxmlformats.org/drawingml/2006/main">
              <a:ext uri="{FF2B5EF4-FFF2-40B4-BE49-F238E27FC236}">
                <a16:creationId xmlns:a16="http://schemas.microsoft.com/office/drawing/2014/main" id="{483BBAAD-2707-4BB3-A269-772B44A8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160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2383">
            <a:solidFill>
              <a:srgbClr val="D6E2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emplate 6 object 53">
            <a:extLst xmlns:a="http://schemas.openxmlformats.org/drawingml/2006/main">
              <a:ext uri="{FF2B5EF4-FFF2-40B4-BE49-F238E27FC236}">
                <a16:creationId xmlns:a16="http://schemas.microsoft.com/office/drawing/2014/main" id="{CCE51D01-3E5B-4DB5-B31A-D972FD8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Node C</a:t>
            </a:r>
          </a:p>
        </p:txBody>
      </p:sp>
      <p:sp>
        <p:nvSpPr>
          <p:cNvPr id="54" name="Template 6 object 54">
            <a:extLst xmlns:a="http://schemas.openxmlformats.org/drawingml/2006/main">
              <a:ext uri="{FF2B5EF4-FFF2-40B4-BE49-F238E27FC236}">
                <a16:creationId xmlns:a16="http://schemas.microsoft.com/office/drawing/2014/main" id="{EB67E128-1851-405E-A76F-DD0F06C7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Template 6 object 55">
            <a:extLst xmlns:a="http://schemas.openxmlformats.org/drawingml/2006/main">
              <a:ext uri="{FF2B5EF4-FFF2-40B4-BE49-F238E27FC236}">
                <a16:creationId xmlns:a16="http://schemas.microsoft.com/office/drawing/2014/main" id="{7385D61F-601B-4FD6-B568-9D572B7C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Port 0</a:t>
            </a:r>
          </a:p>
        </p:txBody>
      </p:sp>
      <p:sp>
        <p:nvSpPr>
          <p:cNvPr id="58" name="Template 6 object 58">
            <a:extLst xmlns:a="http://schemas.openxmlformats.org/drawingml/2006/main">
              <a:ext uri="{FF2B5EF4-FFF2-40B4-BE49-F238E27FC236}">
                <a16:creationId xmlns:a16="http://schemas.microsoft.com/office/drawing/2014/main" id="{A1953C18-9068-4D58-A0F9-2DEAD32B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160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2383">
            <a:solidFill>
              <a:srgbClr val="D6E2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Template 6 object 59">
            <a:extLst xmlns:a="http://schemas.openxmlformats.org/drawingml/2006/main">
              <a:ext uri="{FF2B5EF4-FFF2-40B4-BE49-F238E27FC236}">
                <a16:creationId xmlns:a16="http://schemas.microsoft.com/office/drawing/2014/main" id="{841326A5-15D2-4590-94A5-493508CD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Node D</a:t>
            </a:r>
          </a:p>
        </p:txBody>
      </p:sp>
      <p:sp>
        <p:nvSpPr>
          <p:cNvPr id="60" name="Template 6 object 60">
            <a:extLst xmlns:a="http://schemas.openxmlformats.org/drawingml/2006/main">
              <a:ext uri="{FF2B5EF4-FFF2-40B4-BE49-F238E27FC236}">
                <a16:creationId xmlns:a16="http://schemas.microsoft.com/office/drawing/2014/main" id="{D8D80C03-BDA7-464E-8D7D-33953D03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emplate 6 object 61">
            <a:extLst xmlns:a="http://schemas.openxmlformats.org/drawingml/2006/main">
              <a:ext uri="{FF2B5EF4-FFF2-40B4-BE49-F238E27FC236}">
                <a16:creationId xmlns:a16="http://schemas.microsoft.com/office/drawing/2014/main" id="{E7D79662-08C7-40A9-B2D1-59A4692E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05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Port 0</a:t>
            </a:r>
          </a:p>
        </p:txBody>
      </p:sp>
      <p:cxnSp>
        <p:nvCxnSpPr>
          <p:cNvPr id="75" name="Template 6 object 75">
            <a:extLst xmlns:a="http://schemas.openxmlformats.org/drawingml/2006/main">
              <a:ext uri="{FF2B5EF4-FFF2-40B4-BE49-F238E27FC236}">
                <a16:creationId xmlns:a16="http://schemas.microsoft.com/office/drawing/2014/main" id="{9B13C7A4-3022-4796-ACAD-69296C55C771}"/>
              </a:ext>
            </a:extLst>
          </p:cNvPr>
          <p:cNvCxnSpPr/>
          <p:nvPr/>
        </p:nvCxnSpPr>
        <p:spPr>
          <a:xfrm xmlns:a="http://schemas.openxmlformats.org/drawingml/2006/main">
            <a:off x="5095875" y="3086100"/>
            <a:ext cx="2000250" cy="17335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76" name="Template 6 object 76">
            <a:extLst xmlns:a="http://schemas.openxmlformats.org/drawingml/2006/main">
              <a:ext uri="{FF2B5EF4-FFF2-40B4-BE49-F238E27FC236}">
                <a16:creationId xmlns:a16="http://schemas.microsoft.com/office/drawing/2014/main" id="{82F98B7E-2D49-4B0B-8300-7D890E80A657}"/>
              </a:ext>
            </a:extLst>
          </p:cNvPr>
          <p:cNvCxnSpPr/>
          <p:nvPr/>
        </p:nvCxnSpPr>
        <p:spPr>
          <a:xfrm xmlns:a="http://schemas.openxmlformats.org/drawingml/2006/main">
            <a:off x="5095875" y="3467100"/>
            <a:ext cx="20002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77" name="Template 6 object 77">
            <a:extLst xmlns:a="http://schemas.openxmlformats.org/drawingml/2006/main">
              <a:ext uri="{FF2B5EF4-FFF2-40B4-BE49-F238E27FC236}">
                <a16:creationId xmlns:a16="http://schemas.microsoft.com/office/drawing/2014/main" id="{4FB672C2-60C2-458B-A902-A7E73D5B37F6}"/>
              </a:ext>
            </a:extLst>
          </p:cNvPr>
          <p:cNvCxnSpPr/>
          <p:nvPr/>
        </p:nvCxnSpPr>
        <p:spPr>
          <a:xfrm xmlns:a="http://schemas.openxmlformats.org/drawingml/2006/main" flipV="1">
            <a:off x="5095875" y="3276600"/>
            <a:ext cx="20002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78" name="Template 6 object 78">
            <a:extLst xmlns:a="http://schemas.openxmlformats.org/drawingml/2006/main">
              <a:ext uri="{FF2B5EF4-FFF2-40B4-BE49-F238E27FC236}">
                <a16:creationId xmlns:a16="http://schemas.microsoft.com/office/drawing/2014/main" id="{10F0949A-62B0-4862-AA33-B657E3040153}"/>
              </a:ext>
            </a:extLst>
          </p:cNvPr>
          <p:cNvCxnSpPr/>
          <p:nvPr/>
        </p:nvCxnSpPr>
        <p:spPr>
          <a:xfrm xmlns:a="http://schemas.openxmlformats.org/drawingml/2006/main" flipV="1">
            <a:off x="5095875" y="3276600"/>
            <a:ext cx="2000250" cy="17335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79" name="Template 6 object 79">
            <a:extLst xmlns:a="http://schemas.openxmlformats.org/drawingml/2006/main">
              <a:ext uri="{FF2B5EF4-FFF2-40B4-BE49-F238E27FC236}">
                <a16:creationId xmlns:a16="http://schemas.microsoft.com/office/drawing/2014/main" id="{9EE248B5-5736-4150-8FA2-6D85CB2D9B73}"/>
              </a:ext>
            </a:extLst>
          </p:cNvPr>
          <p:cNvCxnSpPr/>
          <p:nvPr/>
        </p:nvCxnSpPr>
        <p:spPr>
          <a:xfrm xmlns:a="http://schemas.openxmlformats.org/drawingml/2006/main">
            <a:off x="5095875" y="3086100"/>
            <a:ext cx="2000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80" name="Template 6 object 80">
            <a:extLst xmlns:a="http://schemas.openxmlformats.org/drawingml/2006/main">
              <a:ext uri="{FF2B5EF4-FFF2-40B4-BE49-F238E27FC236}">
                <a16:creationId xmlns:a16="http://schemas.microsoft.com/office/drawing/2014/main" id="{2B179ECE-4018-4071-8330-E64138F9D8A7}"/>
              </a:ext>
            </a:extLst>
          </p:cNvPr>
          <p:cNvCxnSpPr/>
          <p:nvPr/>
        </p:nvCxnSpPr>
        <p:spPr>
          <a:xfrm xmlns:a="http://schemas.openxmlformats.org/drawingml/2006/main" flipV="1">
            <a:off x="5095875" y="3276600"/>
            <a:ext cx="2000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81" name="Template 6 object 81">
            <a:extLst xmlns:a="http://schemas.openxmlformats.org/drawingml/2006/main">
              <a:ext uri="{FF2B5EF4-FFF2-40B4-BE49-F238E27FC236}">
                <a16:creationId xmlns:a16="http://schemas.microsoft.com/office/drawing/2014/main" id="{F2E43CF5-74A2-4483-9448-33E3D13C322F}"/>
              </a:ext>
            </a:extLst>
          </p:cNvPr>
          <p:cNvCxnSpPr/>
          <p:nvPr/>
        </p:nvCxnSpPr>
        <p:spPr>
          <a:xfrm xmlns:a="http://schemas.openxmlformats.org/drawingml/2006/main">
            <a:off x="5095875" y="4629150"/>
            <a:ext cx="2000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  <p:cxnSp>
        <p:nvCxnSpPr>
          <p:cNvPr id="82" name="Template 6 object 82">
            <a:extLst xmlns:a="http://schemas.openxmlformats.org/drawingml/2006/main">
              <a:ext uri="{FF2B5EF4-FFF2-40B4-BE49-F238E27FC236}">
                <a16:creationId xmlns:a16="http://schemas.microsoft.com/office/drawing/2014/main" id="{596D7D82-1318-47C0-A407-84B65B99EBCB}"/>
              </a:ext>
            </a:extLst>
          </p:cNvPr>
          <p:cNvCxnSpPr/>
          <p:nvPr/>
        </p:nvCxnSpPr>
        <p:spPr>
          <a:xfrm xmlns:a="http://schemas.openxmlformats.org/drawingml/2006/main" flipV="1">
            <a:off x="5095875" y="4819650"/>
            <a:ext cx="2000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triangl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676390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mplate 7 object 53">
            <a:extLst xmlns:a="http://schemas.openxmlformats.org/drawingml/2006/main">
              <a:ext uri="{FF2B5EF4-FFF2-40B4-BE49-F238E27FC236}">
                <a16:creationId xmlns:a16="http://schemas.microsoft.com/office/drawing/2014/main" id="{3638823C-05E5-4A02-B1E6-0A4F0F9E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52700"/>
            <a:ext cx="7715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A"/>
          </a:solidFill>
          <a:ln xmlns:a="http://schemas.openxmlformats.org/drawingml/2006/main" w="28575">
            <a:solidFill>
              <a:srgbClr val="007F8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mplate 7 object 26">
            <a:extLst xmlns:a="http://schemas.openxmlformats.org/drawingml/2006/main">
              <a:ext uri="{FF2B5EF4-FFF2-40B4-BE49-F238E27FC236}">
                <a16:creationId xmlns:a16="http://schemas.microsoft.com/office/drawing/2014/main" id="{0541ED0A-9E15-458F-A082-A10E8368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2" name="Template 7 object 2">
            <a:extLst xmlns:a="http://schemas.openxmlformats.org/drawingml/2006/main">
              <a:ext uri="{FF2B5EF4-FFF2-40B4-BE49-F238E27FC236}">
                <a16:creationId xmlns:a16="http://schemas.microsoft.com/office/drawing/2014/main" id="{6F72D5DF-4645-4051-9CFA-14493124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[One component: transformation and aggregation]</a:t>
            </a:r>
          </a:p>
        </p:txBody>
      </p:sp>
      <p:sp>
        <p:nvSpPr>
          <p:cNvPr id="6" name="Template 7 object 6">
            <a:extLst xmlns:a="http://schemas.openxmlformats.org/drawingml/2006/main">
              <a:ext uri="{FF2B5EF4-FFF2-40B4-BE49-F238E27FC236}">
                <a16:creationId xmlns:a16="http://schemas.microsoft.com/office/drawing/2014/main" id="{2FE758DA-3E0C-477E-B294-94FF9297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y = Σₖ wₖ fₖ(x)</a:t>
            </a:r>
          </a:p>
        </p:txBody>
      </p:sp>
      <p:sp>
        <p:nvSpPr>
          <p:cNvPr id="25" name="Template 7 object 25">
            <a:extLst xmlns:a="http://schemas.openxmlformats.org/drawingml/2006/main">
              <a:ext uri="{FF2B5EF4-FFF2-40B4-BE49-F238E27FC236}">
                <a16:creationId xmlns:a16="http://schemas.microsoft.com/office/drawing/2014/main" id="{9F290F07-3B7C-4224-84C2-65AFD16C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[State the assumption needed to interpret this mechanism.]</a:t>
            </a:r>
          </a:p>
        </p:txBody>
      </p:sp>
      <p:sp>
        <p:nvSpPr>
          <p:cNvPr id="27" name="Template 7 object 27">
            <a:extLst xmlns:a="http://schemas.openxmlformats.org/drawingml/2006/main">
              <a:ext uri="{FF2B5EF4-FFF2-40B4-BE49-F238E27FC236}">
                <a16:creationId xmlns:a16="http://schemas.microsoft.com/office/drawing/2014/main" id="{F955C497-D5D1-4D49-A234-45A33221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28" name="Template 7 object 28">
            <a:extLst xmlns:a="http://schemas.openxmlformats.org/drawingml/2006/main">
              <a:ext uri="{FF2B5EF4-FFF2-40B4-BE49-F238E27FC236}">
                <a16:creationId xmlns:a16="http://schemas.microsoft.com/office/drawing/2014/main" id="{09AAF69D-6491-42E7-AB86-38A3B19E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9" name="Template 7 object 29">
            <a:extLst xmlns:a="http://schemas.openxmlformats.org/drawingml/2006/main">
              <a:ext uri="{FF2B5EF4-FFF2-40B4-BE49-F238E27FC236}">
                <a16:creationId xmlns:a16="http://schemas.microsoft.com/office/drawing/2014/main" id="{35F575E7-62FF-422D-9169-A6D73E5D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447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cxnSp>
        <p:nvCxnSpPr>
          <p:cNvPr id="30" name="Template 7 object 30">
            <a:extLst xmlns:a="http://schemas.openxmlformats.org/drawingml/2006/main">
              <a:ext uri="{FF2B5EF4-FFF2-40B4-BE49-F238E27FC236}">
                <a16:creationId xmlns:a16="http://schemas.microsoft.com/office/drawing/2014/main" id="{BFC05263-0E76-44D4-99FD-C6A44B7182E6}"/>
              </a:ext>
            </a:extLst>
          </p:cNvPr>
          <p:cNvCxnSpPr/>
          <p:nvPr/>
        </p:nvCxnSpPr>
        <p:spPr>
          <a:xfrm xmlns:a="http://schemas.openxmlformats.org/drawingml/2006/main">
            <a:off x="2057400" y="42386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02A43"/>
            </a:solidFill>
          </a:ln>
        </p:spPr>
      </p:cxnSp>
      <p:cxnSp>
        <p:nvCxnSpPr>
          <p:cNvPr id="32" name="Template 7 object 32">
            <a:extLst xmlns:a="http://schemas.openxmlformats.org/drawingml/2006/main">
              <a:ext uri="{FF2B5EF4-FFF2-40B4-BE49-F238E27FC236}">
                <a16:creationId xmlns:a16="http://schemas.microsoft.com/office/drawing/2014/main" id="{D332DA74-7592-4A9F-8007-40A1EC8C4F5B}"/>
              </a:ext>
            </a:extLst>
          </p:cNvPr>
          <p:cNvCxnSpPr/>
          <p:nvPr/>
        </p:nvCxnSpPr>
        <p:spPr>
          <a:xfrm xmlns:a="http://schemas.openxmlformats.org/drawingml/2006/main" flipV="1">
            <a:off x="2543175" y="3190875"/>
            <a:ext cx="69532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33" name="Template 7 object 33">
            <a:extLst xmlns:a="http://schemas.openxmlformats.org/drawingml/2006/main">
              <a:ext uri="{FF2B5EF4-FFF2-40B4-BE49-F238E27FC236}">
                <a16:creationId xmlns:a16="http://schemas.microsoft.com/office/drawing/2014/main" id="{5582BB66-FD11-400D-A529-EB1E17C2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1465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007F8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cxnSp>
        <p:nvCxnSpPr>
          <p:cNvPr id="34" name="Template 7 object 34">
            <a:extLst xmlns:a="http://schemas.openxmlformats.org/drawingml/2006/main">
              <a:ext uri="{FF2B5EF4-FFF2-40B4-BE49-F238E27FC236}">
                <a16:creationId xmlns:a16="http://schemas.microsoft.com/office/drawing/2014/main" id="{225461C5-BB57-48BA-B55A-9243B67D133B}"/>
              </a:ext>
            </a:extLst>
          </p:cNvPr>
          <p:cNvCxnSpPr/>
          <p:nvPr/>
        </p:nvCxnSpPr>
        <p:spPr>
          <a:xfrm xmlns:a="http://schemas.openxmlformats.org/drawingml/2006/main">
            <a:off x="4924425" y="3190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35" name="Template 7 object 35">
            <a:extLst xmlns:a="http://schemas.openxmlformats.org/drawingml/2006/main">
              <a:ext uri="{FF2B5EF4-FFF2-40B4-BE49-F238E27FC236}">
                <a16:creationId xmlns:a16="http://schemas.microsoft.com/office/drawing/2014/main" id="{4D38BCF4-AC79-4CA3-9E12-E7199AA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Weight</a:t>
            </a:r>
          </a:p>
        </p:txBody>
      </p:sp>
      <p:cxnSp>
        <p:nvCxnSpPr>
          <p:cNvPr id="36" name="Template 7 object 36">
            <a:extLst xmlns:a="http://schemas.openxmlformats.org/drawingml/2006/main">
              <a:ext uri="{FF2B5EF4-FFF2-40B4-BE49-F238E27FC236}">
                <a16:creationId xmlns:a16="http://schemas.microsoft.com/office/drawing/2014/main" id="{00FBEC38-1466-419C-B4D8-05C3EB5D74E9}"/>
              </a:ext>
            </a:extLst>
          </p:cNvPr>
          <p:cNvCxnSpPr/>
          <p:nvPr/>
        </p:nvCxnSpPr>
        <p:spPr>
          <a:xfrm xmlns:a="http://schemas.openxmlformats.org/drawingml/2006/main">
            <a:off x="7524750" y="3190875"/>
            <a:ext cx="166687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cxnSp>
        <p:nvCxnSpPr>
          <p:cNvPr id="38" name="Template 7 object 38">
            <a:extLst xmlns:a="http://schemas.openxmlformats.org/drawingml/2006/main">
              <a:ext uri="{FF2B5EF4-FFF2-40B4-BE49-F238E27FC236}">
                <a16:creationId xmlns:a16="http://schemas.microsoft.com/office/drawing/2014/main" id="{E3DB17F9-0752-4B42-B5ED-7D0E22853192}"/>
              </a:ext>
            </a:extLst>
          </p:cNvPr>
          <p:cNvCxnSpPr/>
          <p:nvPr/>
        </p:nvCxnSpPr>
        <p:spPr>
          <a:xfrm xmlns:a="http://schemas.openxmlformats.org/drawingml/2006/main">
            <a:off x="2543175" y="423862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39" name="Template 7 object 39">
            <a:extLst xmlns:a="http://schemas.openxmlformats.org/drawingml/2006/main">
              <a:ext uri="{FF2B5EF4-FFF2-40B4-BE49-F238E27FC236}">
                <a16:creationId xmlns:a16="http://schemas.microsoft.com/office/drawing/2014/main" id="{2AFA065C-847E-46B1-A81F-470FBFC0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9624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007F8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cxnSp>
        <p:nvCxnSpPr>
          <p:cNvPr id="40" name="Template 7 object 40">
            <a:extLst xmlns:a="http://schemas.openxmlformats.org/drawingml/2006/main">
              <a:ext uri="{FF2B5EF4-FFF2-40B4-BE49-F238E27FC236}">
                <a16:creationId xmlns:a16="http://schemas.microsoft.com/office/drawing/2014/main" id="{F191C335-5D1E-4BA7-94F8-B71C37B4AE73}"/>
              </a:ext>
            </a:extLst>
          </p:cNvPr>
          <p:cNvCxnSpPr/>
          <p:nvPr/>
        </p:nvCxnSpPr>
        <p:spPr>
          <a:xfrm xmlns:a="http://schemas.openxmlformats.org/drawingml/2006/main">
            <a:off x="4924425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41" name="Template 7 object 41">
            <a:extLst xmlns:a="http://schemas.openxmlformats.org/drawingml/2006/main">
              <a:ext uri="{FF2B5EF4-FFF2-40B4-BE49-F238E27FC236}">
                <a16:creationId xmlns:a16="http://schemas.microsoft.com/office/drawing/2014/main" id="{24E5F6BA-6741-436A-8587-AE5CE5D0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Weight</a:t>
            </a:r>
          </a:p>
        </p:txBody>
      </p:sp>
      <p:cxnSp>
        <p:nvCxnSpPr>
          <p:cNvPr id="42" name="Template 7 object 42">
            <a:extLst xmlns:a="http://schemas.openxmlformats.org/drawingml/2006/main">
              <a:ext uri="{FF2B5EF4-FFF2-40B4-BE49-F238E27FC236}">
                <a16:creationId xmlns:a16="http://schemas.microsoft.com/office/drawing/2014/main" id="{05B4AD06-0D9E-4C64-824B-3BF98F87B2AF}"/>
              </a:ext>
            </a:extLst>
          </p:cNvPr>
          <p:cNvCxnSpPr/>
          <p:nvPr/>
        </p:nvCxnSpPr>
        <p:spPr>
          <a:xfrm xmlns:a="http://schemas.openxmlformats.org/drawingml/2006/main">
            <a:off x="7524750" y="4238625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cxnSp>
        <p:nvCxnSpPr>
          <p:cNvPr id="44" name="Template 7 object 44">
            <a:extLst xmlns:a="http://schemas.openxmlformats.org/drawingml/2006/main">
              <a:ext uri="{FF2B5EF4-FFF2-40B4-BE49-F238E27FC236}">
                <a16:creationId xmlns:a16="http://schemas.microsoft.com/office/drawing/2014/main" id="{BFB9371F-D1E1-4C8E-9C2B-22E5D86CA03B}"/>
              </a:ext>
            </a:extLst>
          </p:cNvPr>
          <p:cNvCxnSpPr/>
          <p:nvPr/>
        </p:nvCxnSpPr>
        <p:spPr>
          <a:xfrm xmlns:a="http://schemas.openxmlformats.org/drawingml/2006/main">
            <a:off x="2543175" y="4238625"/>
            <a:ext cx="69532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45" name="Template 7 object 45">
            <a:extLst xmlns:a="http://schemas.openxmlformats.org/drawingml/2006/main">
              <a:ext uri="{FF2B5EF4-FFF2-40B4-BE49-F238E27FC236}">
                <a16:creationId xmlns:a16="http://schemas.microsoft.com/office/drawing/2014/main" id="{087BC55F-A086-4E7E-9EB2-B08E567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01015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007F8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cxnSp>
        <p:nvCxnSpPr>
          <p:cNvPr id="46" name="Template 7 object 46">
            <a:extLst xmlns:a="http://schemas.openxmlformats.org/drawingml/2006/main">
              <a:ext uri="{FF2B5EF4-FFF2-40B4-BE49-F238E27FC236}">
                <a16:creationId xmlns:a16="http://schemas.microsoft.com/office/drawing/2014/main" id="{74D3354C-0EF2-461E-9DFB-C53E9379C2BA}"/>
              </a:ext>
            </a:extLst>
          </p:cNvPr>
          <p:cNvCxnSpPr/>
          <p:nvPr/>
        </p:nvCxnSpPr>
        <p:spPr>
          <a:xfrm xmlns:a="http://schemas.openxmlformats.org/drawingml/2006/main">
            <a:off x="4924425" y="5286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47" name="Template 7 object 47">
            <a:extLst xmlns:a="http://schemas.openxmlformats.org/drawingml/2006/main">
              <a:ext uri="{FF2B5EF4-FFF2-40B4-BE49-F238E27FC236}">
                <a16:creationId xmlns:a16="http://schemas.microsoft.com/office/drawing/2014/main" id="{93590A72-C912-4D36-B0B2-8C4A4AEB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Weight</a:t>
            </a:r>
          </a:p>
        </p:txBody>
      </p:sp>
      <p:cxnSp>
        <p:nvCxnSpPr>
          <p:cNvPr id="48" name="Template 7 object 48">
            <a:extLst xmlns:a="http://schemas.openxmlformats.org/drawingml/2006/main">
              <a:ext uri="{FF2B5EF4-FFF2-40B4-BE49-F238E27FC236}">
                <a16:creationId xmlns:a16="http://schemas.microsoft.com/office/drawing/2014/main" id="{13300095-B573-4134-9754-26DF0B30461D}"/>
              </a:ext>
            </a:extLst>
          </p:cNvPr>
          <p:cNvCxnSpPr/>
          <p:nvPr/>
        </p:nvCxnSpPr>
        <p:spPr>
          <a:xfrm xmlns:a="http://schemas.openxmlformats.org/drawingml/2006/main" flipV="1">
            <a:off x="7524750" y="4448175"/>
            <a:ext cx="166687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49" name="Template 7 object 49">
            <a:extLst xmlns:a="http://schemas.openxmlformats.org/drawingml/2006/main">
              <a:ext uri="{FF2B5EF4-FFF2-40B4-BE49-F238E27FC236}">
                <a16:creationId xmlns:a16="http://schemas.microsoft.com/office/drawing/2014/main" id="{7B25C2DE-9535-44F3-B381-D6E6B34C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243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cxnSp>
        <p:nvCxnSpPr>
          <p:cNvPr id="50" name="Template 7 object 50">
            <a:extLst xmlns:a="http://schemas.openxmlformats.org/drawingml/2006/main">
              <a:ext uri="{FF2B5EF4-FFF2-40B4-BE49-F238E27FC236}">
                <a16:creationId xmlns:a16="http://schemas.microsoft.com/office/drawing/2014/main" id="{02CC234F-B7B6-499A-B987-0ED2B37830B8}"/>
              </a:ext>
            </a:extLst>
          </p:cNvPr>
          <p:cNvCxnSpPr/>
          <p:nvPr/>
        </p:nvCxnSpPr>
        <p:spPr>
          <a:xfrm xmlns:a="http://schemas.openxmlformats.org/drawingml/2006/main">
            <a:off x="9848850" y="4238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02A43"/>
            </a:solidFill>
            <a:tailEnd type="triangle" w="lg" len="lg"/>
          </a:ln>
        </p:spPr>
      </p:cxnSp>
      <p:sp>
        <p:nvSpPr>
          <p:cNvPr id="51" name="Template 7 object 51">
            <a:extLst xmlns:a="http://schemas.openxmlformats.org/drawingml/2006/main">
              <a:ext uri="{FF2B5EF4-FFF2-40B4-BE49-F238E27FC236}">
                <a16:creationId xmlns:a16="http://schemas.microsoft.com/office/drawing/2014/main" id="{EBFC54DA-D189-46F2-B45E-F3C76655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14775"/>
            <a:ext cx="1447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52" name="Template 7 object 52">
            <a:extLst xmlns:a="http://schemas.openxmlformats.org/drawingml/2006/main">
              <a:ext uri="{FF2B5EF4-FFF2-40B4-BE49-F238E27FC236}">
                <a16:creationId xmlns:a16="http://schemas.microsoft.com/office/drawing/2014/main" id="{46EC7E44-44F5-4961-B4D9-1BF1C3C6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57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[Explain how repeated transformations combine into one result.]</a:t>
            </a:r>
          </a:p>
        </p:txBody>
      </p:sp>
      <p:sp>
        <p:nvSpPr>
          <p:cNvPr id="54" name="Template 7 object 54">
            <a:extLst xmlns:a="http://schemas.openxmlformats.org/drawingml/2006/main">
              <a:ext uri="{FF2B5EF4-FFF2-40B4-BE49-F238E27FC236}">
                <a16:creationId xmlns:a16="http://schemas.microsoft.com/office/drawing/2014/main" id="{04C4C4F8-A128-40AB-8077-3D5B4FCA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57475"/>
            <a:ext cx="22193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0">
            <a:solidFill>
              <a:srgbClr val="007F8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55" name="Template 7 object 55">
            <a:extLst xmlns:a="http://schemas.openxmlformats.org/drawingml/2006/main">
              <a:ext uri="{FF2B5EF4-FFF2-40B4-BE49-F238E27FC236}">
                <a16:creationId xmlns:a16="http://schemas.microsoft.com/office/drawing/2014/main" id="{B6000C57-4DF1-42D5-B011-B65C673D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x: input</a:t>
            </a:r>
          </a:p>
        </p:txBody>
      </p:sp>
      <p:sp>
        <p:nvSpPr>
          <p:cNvPr id="56" name="Template 7 object 56">
            <a:extLst xmlns:a="http://schemas.openxmlformats.org/drawingml/2006/main">
              <a:ext uri="{FF2B5EF4-FFF2-40B4-BE49-F238E27FC236}">
                <a16:creationId xmlns:a16="http://schemas.microsoft.com/office/drawing/2014/main" id="{CE47B61F-7385-41F5-80F2-3B6FE9A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28800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y: output</a:t>
            </a:r>
          </a:p>
        </p:txBody>
      </p:sp>
      <p:sp>
        <p:nvSpPr>
          <p:cNvPr id="57" name="Template 7 object 57">
            <a:extLst xmlns:a="http://schemas.openxmlformats.org/drawingml/2006/main">
              <a:ext uri="{FF2B5EF4-FFF2-40B4-BE49-F238E27FC236}">
                <a16:creationId xmlns:a16="http://schemas.microsoft.com/office/drawing/2014/main" id="{9703DDA2-2E1E-4841-AF51-15CE4A6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k: branch index</a:t>
            </a:r>
          </a:p>
        </p:txBody>
      </p:sp>
      <p:sp>
        <p:nvSpPr>
          <p:cNvPr id="58" name="Template 7 object 58">
            <a:extLst xmlns:a="http://schemas.openxmlformats.org/drawingml/2006/main">
              <a:ext uri="{FF2B5EF4-FFF2-40B4-BE49-F238E27FC236}">
                <a16:creationId xmlns:a16="http://schemas.microsoft.com/office/drawing/2014/main" id="{7970D762-8C63-4573-9A27-7622C18A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28825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fₖ: branch transformation</a:t>
            </a:r>
          </a:p>
        </p:txBody>
      </p:sp>
      <p:sp>
        <p:nvSpPr>
          <p:cNvPr id="59" name="Template 7 object 59">
            <a:extLst xmlns:a="http://schemas.openxmlformats.org/drawingml/2006/main">
              <a:ext uri="{FF2B5EF4-FFF2-40B4-BE49-F238E27FC236}">
                <a16:creationId xmlns:a16="http://schemas.microsoft.com/office/drawing/2014/main" id="{C288ADB2-F1BE-4187-A890-DA267B0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wₖ: branch weight</a:t>
            </a:r>
          </a:p>
        </p:txBody>
      </p:sp>
      <p:sp>
        <p:nvSpPr>
          <p:cNvPr id="60" name="Template 7 object 60">
            <a:extLst xmlns:a="http://schemas.openxmlformats.org/drawingml/2006/main">
              <a:ext uri="{FF2B5EF4-FFF2-40B4-BE49-F238E27FC236}">
                <a16:creationId xmlns:a16="http://schemas.microsoft.com/office/drawing/2014/main" id="{321E014A-C618-47B4-A913-167B863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Σₖ: sum over branches</a:t>
            </a:r>
          </a:p>
        </p:txBody>
      </p:sp>
      <p:sp>
        <p:nvSpPr>
          <p:cNvPr id="61" name="Template 7 object 61">
            <a:extLst xmlns:a="http://schemas.openxmlformats.org/drawingml/2006/main">
              <a:ext uri="{FF2B5EF4-FFF2-40B4-BE49-F238E27FC236}">
                <a16:creationId xmlns:a16="http://schemas.microsoft.com/office/drawing/2014/main" id="{3E8209B3-E98A-4A4B-8726-8E39360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0">
                <a:solidFill>
                  <a:srgbClr val="007F82"/>
                </a:solidFill>
              </a:defRPr>
            </a:defPPr>
            <a:lvl1pPr algn="ctr">
              <a:defRPr sz="2000" b="0">
                <a:solidFill>
                  <a:srgbClr val="007F82"/>
                </a:solidFill>
              </a:defRPr>
            </a:lvl1pPr>
            <a:lvl2pPr algn="ctr">
              <a:defRPr sz="2000" b="0">
                <a:solidFill>
                  <a:srgbClr val="007F82"/>
                </a:solidFill>
              </a:defRPr>
            </a:lvl2pPr>
            <a:lvl3pPr algn="ctr">
              <a:defRPr sz="2000" b="0">
                <a:solidFill>
                  <a:srgbClr val="007F82"/>
                </a:solidFill>
              </a:defRPr>
            </a:lvl3pPr>
            <a:lvl4pPr algn="ctr">
              <a:defRPr sz="2000" b="0">
                <a:solidFill>
                  <a:srgbClr val="007F82"/>
                </a:solidFill>
              </a:defRPr>
            </a:lvl4pPr>
            <a:lvl5pPr algn="ctr">
              <a:defRPr sz="2000" b="0">
                <a:solidFill>
                  <a:srgbClr val="007F82"/>
                </a:solidFill>
              </a:defRPr>
            </a:lvl5pPr>
            <a:lvl6pPr algn="ctr">
              <a:defRPr sz="2000" b="0">
                <a:solidFill>
                  <a:srgbClr val="007F82"/>
                </a:solidFill>
              </a:defRPr>
            </a:lvl6pPr>
            <a:lvl7pPr algn="ctr">
              <a:defRPr sz="2000" b="0">
                <a:solidFill>
                  <a:srgbClr val="007F82"/>
                </a:solidFill>
              </a:defRPr>
            </a:lvl7pPr>
            <a:lvl8pPr algn="ctr">
              <a:defRPr sz="2000" b="0">
                <a:solidFill>
                  <a:srgbClr val="007F82"/>
                </a:solidFill>
              </a:defRPr>
            </a:lvl8pPr>
            <a:lvl9pPr algn="ctr">
              <a:defRPr sz="2000" b="0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007F82"/>
                </a:solidFill>
              </a:defRPr>
            </a:pPr>
            <a:r>
              <a:rPr sz="2000" b="0">
                <a:solidFill>
                  <a:srgbClr val="007F82"/>
                </a:solidFill>
              </a:rPr>
              <a:t>⋮</a:t>
            </a:r>
          </a:p>
        </p:txBody>
      </p:sp>
      <p:sp>
        <p:nvSpPr>
          <p:cNvPr id="62" name="Template 7 object 62">
            <a:extLst xmlns:a="http://schemas.openxmlformats.org/drawingml/2006/main">
              <a:ext uri="{FF2B5EF4-FFF2-40B4-BE49-F238E27FC236}">
                <a16:creationId xmlns:a16="http://schemas.microsoft.com/office/drawing/2014/main" id="{85D08F2C-3AE9-49BB-B713-F8B6AD7F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0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0">
                <a:solidFill>
                  <a:srgbClr val="007F82"/>
                </a:solidFill>
              </a:defRPr>
            </a:defPPr>
            <a:lvl1pPr algn="ctr">
              <a:defRPr sz="2000" b="0">
                <a:solidFill>
                  <a:srgbClr val="007F82"/>
                </a:solidFill>
              </a:defRPr>
            </a:lvl1pPr>
            <a:lvl2pPr algn="ctr">
              <a:defRPr sz="2000" b="0">
                <a:solidFill>
                  <a:srgbClr val="007F82"/>
                </a:solidFill>
              </a:defRPr>
            </a:lvl2pPr>
            <a:lvl3pPr algn="ctr">
              <a:defRPr sz="2000" b="0">
                <a:solidFill>
                  <a:srgbClr val="007F82"/>
                </a:solidFill>
              </a:defRPr>
            </a:lvl3pPr>
            <a:lvl4pPr algn="ctr">
              <a:defRPr sz="2000" b="0">
                <a:solidFill>
                  <a:srgbClr val="007F82"/>
                </a:solidFill>
              </a:defRPr>
            </a:lvl4pPr>
            <a:lvl5pPr algn="ctr">
              <a:defRPr sz="2000" b="0">
                <a:solidFill>
                  <a:srgbClr val="007F82"/>
                </a:solidFill>
              </a:defRPr>
            </a:lvl5pPr>
            <a:lvl6pPr algn="ctr">
              <a:defRPr sz="2000" b="0">
                <a:solidFill>
                  <a:srgbClr val="007F82"/>
                </a:solidFill>
              </a:defRPr>
            </a:lvl6pPr>
            <a:lvl7pPr algn="ctr">
              <a:defRPr sz="2000" b="0">
                <a:solidFill>
                  <a:srgbClr val="007F82"/>
                </a:solidFill>
              </a:defRPr>
            </a:lvl7pPr>
            <a:lvl8pPr algn="ctr">
              <a:defRPr sz="2000" b="0">
                <a:solidFill>
                  <a:srgbClr val="007F82"/>
                </a:solidFill>
              </a:defRPr>
            </a:lvl8pPr>
            <a:lvl9pPr algn="ctr">
              <a:defRPr sz="2000" b="0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007F82"/>
                </a:solidFill>
              </a:defRPr>
            </a:pPr>
            <a:r>
              <a:rPr sz="2000" b="0">
                <a:solidFill>
                  <a:srgbClr val="007F82"/>
                </a:solidFill>
              </a:rPr>
              <a:t>⋮</a:t>
            </a:r>
          </a:p>
        </p:txBody>
      </p:sp>
    </p:spTree>
    <p:extLst>
      <p:ext uri="{BB962C8B-B14F-4D97-AF65-F5344CB8AC3E}">
        <p14:creationId xmlns:p14="http://schemas.microsoft.com/office/powerpoint/2010/main" val="946691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mplate 8 object 26">
            <a:extLst xmlns:a="http://schemas.openxmlformats.org/drawingml/2006/main">
              <a:ext uri="{FF2B5EF4-FFF2-40B4-BE49-F238E27FC236}">
                <a16:creationId xmlns:a16="http://schemas.microsoft.com/office/drawing/2014/main" id="{F330601B-2707-4A9F-B4DF-D026BC20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2" name="Template 8 object 2">
            <a:extLst xmlns:a="http://schemas.openxmlformats.org/drawingml/2006/main">
              <a:ext uri="{FF2B5EF4-FFF2-40B4-BE49-F238E27FC236}">
                <a16:creationId xmlns:a16="http://schemas.microsoft.com/office/drawing/2014/main" id="{C626E4B7-620E-4759-B0D9-3A01FC6E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[How multiple components combine]</a:t>
            </a:r>
          </a:p>
        </p:txBody>
      </p:sp>
      <p:sp>
        <p:nvSpPr>
          <p:cNvPr id="6" name="Template 8 object 6">
            <a:extLst xmlns:a="http://schemas.openxmlformats.org/drawingml/2006/main">
              <a:ext uri="{FF2B5EF4-FFF2-40B4-BE49-F238E27FC236}">
                <a16:creationId xmlns:a16="http://schemas.microsoft.com/office/drawing/2014/main" id="{B2C51B9F-6506-40ED-A5E1-10D92A55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y = Σₛ zₛ + b</a:t>
            </a:r>
          </a:p>
        </p:txBody>
      </p:sp>
      <p:sp>
        <p:nvSpPr>
          <p:cNvPr id="27" name="Template 8 object 27">
            <a:extLst xmlns:a="http://schemas.openxmlformats.org/drawingml/2006/main">
              <a:ext uri="{FF2B5EF4-FFF2-40B4-BE49-F238E27FC236}">
                <a16:creationId xmlns:a16="http://schemas.microsoft.com/office/drawing/2014/main" id="{0ADFD9D7-3603-4AEB-A966-7BE42E54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28" name="Template 8 object 28">
            <a:extLst xmlns:a="http://schemas.openxmlformats.org/drawingml/2006/main">
              <a:ext uri="{FF2B5EF4-FFF2-40B4-BE49-F238E27FC236}">
                <a16:creationId xmlns:a16="http://schemas.microsoft.com/office/drawing/2014/main" id="{FBCFC19C-6F11-4F3F-B098-ECA3714B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9" name="Template 8 object 29">
            <a:extLst xmlns:a="http://schemas.openxmlformats.org/drawingml/2006/main">
              <a:ext uri="{FF2B5EF4-FFF2-40B4-BE49-F238E27FC236}">
                <a16:creationId xmlns:a16="http://schemas.microsoft.com/office/drawing/2014/main" id="{D8C09A4C-1432-4218-9829-B71D3638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cxnSp>
        <p:nvCxnSpPr>
          <p:cNvPr id="30" name="Template 8 object 30">
            <a:extLst xmlns:a="http://schemas.openxmlformats.org/drawingml/2006/main">
              <a:ext uri="{FF2B5EF4-FFF2-40B4-BE49-F238E27FC236}">
                <a16:creationId xmlns:a16="http://schemas.microsoft.com/office/drawing/2014/main" id="{36E057EF-F672-448E-98F7-7C8FBEEE87B3}"/>
              </a:ext>
            </a:extLst>
          </p:cNvPr>
          <p:cNvCxnSpPr/>
          <p:nvPr/>
        </p:nvCxnSpPr>
        <p:spPr>
          <a:xfrm xmlns:a="http://schemas.openxmlformats.org/drawingml/2006/main">
            <a:off x="2609850" y="314325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31" name="Template 8 object 31">
            <a:extLst xmlns:a="http://schemas.openxmlformats.org/drawingml/2006/main">
              <a:ext uri="{FF2B5EF4-FFF2-40B4-BE49-F238E27FC236}">
                <a16:creationId xmlns:a16="http://schemas.microsoft.com/office/drawing/2014/main" id="{189874F5-16FC-470F-8378-42994E07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cxnSp>
        <p:nvCxnSpPr>
          <p:cNvPr id="32" name="Template 8 object 32">
            <a:extLst xmlns:a="http://schemas.openxmlformats.org/drawingml/2006/main">
              <a:ext uri="{FF2B5EF4-FFF2-40B4-BE49-F238E27FC236}">
                <a16:creationId xmlns:a16="http://schemas.microsoft.com/office/drawing/2014/main" id="{2746AB91-8275-4AEA-AB33-4139F05BCC0C}"/>
              </a:ext>
            </a:extLst>
          </p:cNvPr>
          <p:cNvCxnSpPr/>
          <p:nvPr/>
        </p:nvCxnSpPr>
        <p:spPr>
          <a:xfrm xmlns:a="http://schemas.openxmlformats.org/drawingml/2006/main">
            <a:off x="6715125" y="3143250"/>
            <a:ext cx="209550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tailEnd type="triangle" w="lg" len="lg"/>
          </a:ln>
        </p:spPr>
      </p:cxnSp>
      <p:sp>
        <p:nvSpPr>
          <p:cNvPr id="33" name="Template 8 object 33">
            <a:extLst xmlns:a="http://schemas.openxmlformats.org/drawingml/2006/main">
              <a:ext uri="{FF2B5EF4-FFF2-40B4-BE49-F238E27FC236}">
                <a16:creationId xmlns:a16="http://schemas.microsoft.com/office/drawing/2014/main" id="{0CBF9A4F-704E-4F9B-AF82-DE260DFE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cxnSp>
        <p:nvCxnSpPr>
          <p:cNvPr id="34" name="Template 8 object 34">
            <a:extLst xmlns:a="http://schemas.openxmlformats.org/drawingml/2006/main">
              <a:ext uri="{FF2B5EF4-FFF2-40B4-BE49-F238E27FC236}">
                <a16:creationId xmlns:a16="http://schemas.microsoft.com/office/drawing/2014/main" id="{51DA3E7D-EA04-4109-BC92-B8AC3AB5CA6D}"/>
              </a:ext>
            </a:extLst>
          </p:cNvPr>
          <p:cNvCxnSpPr/>
          <p:nvPr/>
        </p:nvCxnSpPr>
        <p:spPr>
          <a:xfrm xmlns:a="http://schemas.openxmlformats.org/drawingml/2006/main">
            <a:off x="2609850" y="414337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66600"/>
            </a:solidFill>
            <a:tailEnd type="triangle" w="lg" len="lg"/>
          </a:ln>
        </p:spPr>
      </p:cxnSp>
      <p:sp>
        <p:nvSpPr>
          <p:cNvPr id="35" name="Template 8 object 35">
            <a:extLst xmlns:a="http://schemas.openxmlformats.org/drawingml/2006/main">
              <a:ext uri="{FF2B5EF4-FFF2-40B4-BE49-F238E27FC236}">
                <a16:creationId xmlns:a16="http://schemas.microsoft.com/office/drawing/2014/main" id="{610076A2-BBE7-40D0-A896-50B17FD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6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cxnSp>
        <p:nvCxnSpPr>
          <p:cNvPr id="36" name="Template 8 object 36">
            <a:extLst xmlns:a="http://schemas.openxmlformats.org/drawingml/2006/main">
              <a:ext uri="{FF2B5EF4-FFF2-40B4-BE49-F238E27FC236}">
                <a16:creationId xmlns:a16="http://schemas.microsoft.com/office/drawing/2014/main" id="{A913AF76-01C3-43F4-9FFF-E75FDA5935A1}"/>
              </a:ext>
            </a:extLst>
          </p:cNvPr>
          <p:cNvCxnSpPr/>
          <p:nvPr/>
        </p:nvCxnSpPr>
        <p:spPr>
          <a:xfrm xmlns:a="http://schemas.openxmlformats.org/drawingml/2006/main">
            <a:off x="6715125" y="414337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66600"/>
            </a:solidFill>
            <a:tailEnd type="triangle" w="lg" len="lg"/>
          </a:ln>
        </p:spPr>
      </p:cxnSp>
      <p:sp>
        <p:nvSpPr>
          <p:cNvPr id="37" name="Template 8 object 37">
            <a:extLst xmlns:a="http://schemas.openxmlformats.org/drawingml/2006/main">
              <a:ext uri="{FF2B5EF4-FFF2-40B4-BE49-F238E27FC236}">
                <a16:creationId xmlns:a16="http://schemas.microsoft.com/office/drawing/2014/main" id="{32FA1489-C363-416A-BB6E-889AEB66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cxnSp>
        <p:nvCxnSpPr>
          <p:cNvPr id="38" name="Template 8 object 38">
            <a:extLst xmlns:a="http://schemas.openxmlformats.org/drawingml/2006/main">
              <a:ext uri="{FF2B5EF4-FFF2-40B4-BE49-F238E27FC236}">
                <a16:creationId xmlns:a16="http://schemas.microsoft.com/office/drawing/2014/main" id="{FA970CE3-D457-4211-91A3-44D3A0738021}"/>
              </a:ext>
            </a:extLst>
          </p:cNvPr>
          <p:cNvCxnSpPr/>
          <p:nvPr/>
        </p:nvCxnSpPr>
        <p:spPr>
          <a:xfrm xmlns:a="http://schemas.openxmlformats.org/drawingml/2006/main">
            <a:off x="2609850" y="514350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464A1"/>
            </a:solidFill>
            <a:tailEnd type="triangle" w="lg" len="lg"/>
          </a:ln>
        </p:spPr>
      </p:cxnSp>
      <p:sp>
        <p:nvSpPr>
          <p:cNvPr id="39" name="Template 8 object 39">
            <a:extLst xmlns:a="http://schemas.openxmlformats.org/drawingml/2006/main">
              <a:ext uri="{FF2B5EF4-FFF2-40B4-BE49-F238E27FC236}">
                <a16:creationId xmlns:a16="http://schemas.microsoft.com/office/drawing/2014/main" id="{A8B60F06-C7F4-4F31-8E57-941128BC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48225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64A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cxnSp>
        <p:nvCxnSpPr>
          <p:cNvPr id="40" name="Template 8 object 40">
            <a:extLst xmlns:a="http://schemas.openxmlformats.org/drawingml/2006/main">
              <a:ext uri="{FF2B5EF4-FFF2-40B4-BE49-F238E27FC236}">
                <a16:creationId xmlns:a16="http://schemas.microsoft.com/office/drawing/2014/main" id="{8A6022DE-EBC9-4352-B61B-456371059559}"/>
              </a:ext>
            </a:extLst>
          </p:cNvPr>
          <p:cNvCxnSpPr/>
          <p:nvPr/>
        </p:nvCxnSpPr>
        <p:spPr>
          <a:xfrm xmlns:a="http://schemas.openxmlformats.org/drawingml/2006/main" flipV="1">
            <a:off x="6715125" y="4352925"/>
            <a:ext cx="209550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464A1"/>
            </a:solidFill>
            <a:tailEnd type="triangle" w="lg" len="lg"/>
          </a:ln>
        </p:spPr>
      </p:cxnSp>
      <p:sp>
        <p:nvSpPr>
          <p:cNvPr id="41" name="Template 8 object 41">
            <a:extLst xmlns:a="http://schemas.openxmlformats.org/drawingml/2006/main">
              <a:ext uri="{FF2B5EF4-FFF2-40B4-BE49-F238E27FC236}">
                <a16:creationId xmlns:a16="http://schemas.microsoft.com/office/drawing/2014/main" id="{405AA5E8-374E-4309-A2DF-8AD1862E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cxnSp>
        <p:nvCxnSpPr>
          <p:cNvPr id="42" name="Template 8 object 42">
            <a:extLst xmlns:a="http://schemas.openxmlformats.org/drawingml/2006/main">
              <a:ext uri="{FF2B5EF4-FFF2-40B4-BE49-F238E27FC236}">
                <a16:creationId xmlns:a16="http://schemas.microsoft.com/office/drawing/2014/main" id="{55A6CF31-FA99-4504-AB15-9809EEDE30A0}"/>
              </a:ext>
            </a:extLst>
          </p:cNvPr>
          <p:cNvCxnSpPr/>
          <p:nvPr/>
        </p:nvCxnSpPr>
        <p:spPr>
          <a:xfrm xmlns:a="http://schemas.openxmlformats.org/drawingml/2006/main">
            <a:off x="9467850" y="4143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02A43"/>
            </a:solidFill>
            <a:tailEnd type="triangle" w="lg" len="lg"/>
          </a:ln>
        </p:spPr>
      </p:cxnSp>
      <p:sp>
        <p:nvSpPr>
          <p:cNvPr id="43" name="Template 8 object 43">
            <a:extLst xmlns:a="http://schemas.openxmlformats.org/drawingml/2006/main">
              <a:ext uri="{FF2B5EF4-FFF2-40B4-BE49-F238E27FC236}">
                <a16:creationId xmlns:a16="http://schemas.microsoft.com/office/drawing/2014/main" id="{2BA4DD43-027A-4643-82E4-1FCD7485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481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44" name="Template 8 object 44">
            <a:extLst xmlns:a="http://schemas.openxmlformats.org/drawingml/2006/main">
              <a:ext uri="{FF2B5EF4-FFF2-40B4-BE49-F238E27FC236}">
                <a16:creationId xmlns:a16="http://schemas.microsoft.com/office/drawing/2014/main" id="{BD9F019A-C303-455E-BE91-BD0853BD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337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36B7B"/>
                </a:solidFill>
                <a:latin typeface="Arial"/>
                <a:ea typeface="Arial"/>
                <a:cs typeface="Arial"/>
              </a:rPr>
              <a:t>Offset</a:t>
            </a:r>
          </a:p>
        </p:txBody>
      </p:sp>
      <p:cxnSp>
        <p:nvCxnSpPr>
          <p:cNvPr id="45" name="Template 8 object 45">
            <a:extLst xmlns:a="http://schemas.openxmlformats.org/drawingml/2006/main">
              <a:ext uri="{FF2B5EF4-FFF2-40B4-BE49-F238E27FC236}">
                <a16:creationId xmlns:a16="http://schemas.microsoft.com/office/drawing/2014/main" id="{DAD61D75-1097-4287-9E39-D21F66DE7CCB}"/>
              </a:ext>
            </a:extLst>
          </p:cNvPr>
          <p:cNvCxnSpPr/>
          <p:nvPr/>
        </p:nvCxnSpPr>
        <p:spPr>
          <a:xfrm xmlns:a="http://schemas.openxmlformats.org/drawingml/2006/main">
            <a:off x="9153525" y="329565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B7B"/>
            </a:solidFill>
            <a:tailEnd type="triangle" w="lg" len="lg"/>
          </a:ln>
        </p:spPr>
      </p:cxnSp>
      <p:sp>
        <p:nvSpPr>
          <p:cNvPr id="46" name="Template 8 object 46">
            <a:extLst xmlns:a="http://schemas.openxmlformats.org/drawingml/2006/main">
              <a:ext uri="{FF2B5EF4-FFF2-40B4-BE49-F238E27FC236}">
                <a16:creationId xmlns:a16="http://schemas.microsoft.com/office/drawing/2014/main" id="{D928A975-F5EE-4062-91A5-B728EFDC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4"/>
            <a:ext cx="10972800" cy="70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[Explain the contribution from each source.]</a:t>
            </a:r>
          </a:p>
          <a:p xmlns:a="http://schemas.openxmlformats.org/drawingml/2006/main">
            <a:pPr algn="ctr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[State how the combined result should be interpreted.]</a:t>
            </a:r>
          </a:p>
        </p:txBody>
      </p:sp>
      <p:sp>
        <p:nvSpPr>
          <p:cNvPr id="48" name="Template 8 object 48">
            <a:extLst xmlns:a="http://schemas.openxmlformats.org/drawingml/2006/main">
              <a:ext uri="{FF2B5EF4-FFF2-40B4-BE49-F238E27FC236}">
                <a16:creationId xmlns:a16="http://schemas.microsoft.com/office/drawing/2014/main" id="{AA7AD081-58A5-457B-9AB5-49FEFFCD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zₛ: contribution from source s</a:t>
            </a:r>
          </a:p>
        </p:txBody>
      </p:sp>
      <p:sp>
        <p:nvSpPr>
          <p:cNvPr id="49" name="Template 8 object 49">
            <a:extLst xmlns:a="http://schemas.openxmlformats.org/drawingml/2006/main">
              <a:ext uri="{FF2B5EF4-FFF2-40B4-BE49-F238E27FC236}">
                <a16:creationId xmlns:a16="http://schemas.microsoft.com/office/drawing/2014/main" id="{EC8FACA7-2649-42C7-96B8-8DB1A0D1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28800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y: combined output</a:t>
            </a:r>
          </a:p>
        </p:txBody>
      </p:sp>
      <p:sp>
        <p:nvSpPr>
          <p:cNvPr id="50" name="Template 8 object 50">
            <a:extLst xmlns:a="http://schemas.openxmlformats.org/drawingml/2006/main">
              <a:ext uri="{FF2B5EF4-FFF2-40B4-BE49-F238E27FC236}">
                <a16:creationId xmlns:a16="http://schemas.microsoft.com/office/drawing/2014/main" id="{CBDA8AEE-562F-41B6-9442-2E20BAE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s: source index</a:t>
            </a:r>
          </a:p>
        </p:txBody>
      </p:sp>
      <p:sp>
        <p:nvSpPr>
          <p:cNvPr id="51" name="Template 8 object 51">
            <a:extLst xmlns:a="http://schemas.openxmlformats.org/drawingml/2006/main">
              <a:ext uri="{FF2B5EF4-FFF2-40B4-BE49-F238E27FC236}">
                <a16:creationId xmlns:a16="http://schemas.microsoft.com/office/drawing/2014/main" id="{C26116F2-FF5F-4C6D-9C95-DC4E6F79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28825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b: additional term</a:t>
            </a:r>
          </a:p>
        </p:txBody>
      </p:sp>
      <p:sp>
        <p:nvSpPr>
          <p:cNvPr id="52" name="Template 8 object 52">
            <a:extLst xmlns:a="http://schemas.openxmlformats.org/drawingml/2006/main">
              <a:ext uri="{FF2B5EF4-FFF2-40B4-BE49-F238E27FC236}">
                <a16:creationId xmlns:a16="http://schemas.microsoft.com/office/drawing/2014/main" id="{1A7C0177-5730-49A6-BC6F-023F3671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[Replace with the actual model and notation.]</a:t>
            </a:r>
          </a:p>
        </p:txBody>
      </p:sp>
      <p:sp>
        <p:nvSpPr>
          <p:cNvPr id="53" name="Template 8 object 53">
            <a:extLst xmlns:a="http://schemas.openxmlformats.org/drawingml/2006/main">
              <a:ext uri="{FF2B5EF4-FFF2-40B4-BE49-F238E27FC236}">
                <a16:creationId xmlns:a16="http://schemas.microsoft.com/office/drawing/2014/main" id="{73ECB1DB-C118-4739-8EDA-9F2420A8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535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Σₛ: sum over sources</a:t>
            </a:r>
          </a:p>
        </p:txBody>
      </p:sp>
      <p:sp>
        <p:nvSpPr>
          <p:cNvPr id="54" name="Template 8 object 54">
            <a:extLst xmlns:a="http://schemas.openxmlformats.org/drawingml/2006/main">
              <a:ext uri="{FF2B5EF4-FFF2-40B4-BE49-F238E27FC236}">
                <a16:creationId xmlns:a16="http://schemas.microsoft.com/office/drawing/2014/main" id="{C767868A-E5D0-4927-A109-00EC95C1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0">
                <a:solidFill>
                  <a:srgbClr val="536B7B"/>
                </a:solidFill>
              </a:defRPr>
            </a:defPPr>
            <a:lvl1pPr algn="ctr">
              <a:defRPr sz="2000" b="0">
                <a:solidFill>
                  <a:srgbClr val="536B7B"/>
                </a:solidFill>
              </a:defRPr>
            </a:lvl1pPr>
            <a:lvl2pPr algn="ctr">
              <a:defRPr sz="2000" b="0">
                <a:solidFill>
                  <a:srgbClr val="536B7B"/>
                </a:solidFill>
              </a:defRPr>
            </a:lvl2pPr>
            <a:lvl3pPr algn="ctr">
              <a:defRPr sz="2000" b="0">
                <a:solidFill>
                  <a:srgbClr val="536B7B"/>
                </a:solidFill>
              </a:defRPr>
            </a:lvl3pPr>
            <a:lvl4pPr algn="ctr">
              <a:defRPr sz="2000" b="0">
                <a:solidFill>
                  <a:srgbClr val="536B7B"/>
                </a:solidFill>
              </a:defRPr>
            </a:lvl4pPr>
            <a:lvl5pPr algn="ctr">
              <a:defRPr sz="2000" b="0">
                <a:solidFill>
                  <a:srgbClr val="536B7B"/>
                </a:solidFill>
              </a:defRPr>
            </a:lvl5pPr>
            <a:lvl6pPr algn="ctr">
              <a:defRPr sz="2000" b="0">
                <a:solidFill>
                  <a:srgbClr val="536B7B"/>
                </a:solidFill>
              </a:defRPr>
            </a:lvl6pPr>
            <a:lvl7pPr algn="ctr">
              <a:defRPr sz="2000" b="0">
                <a:solidFill>
                  <a:srgbClr val="536B7B"/>
                </a:solidFill>
              </a:defRPr>
            </a:lvl7pPr>
            <a:lvl8pPr algn="ctr">
              <a:defRPr sz="2000" b="0">
                <a:solidFill>
                  <a:srgbClr val="536B7B"/>
                </a:solidFill>
              </a:defRPr>
            </a:lvl8pPr>
            <a:lvl9pPr algn="ctr">
              <a:defRPr sz="20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536B7B"/>
                </a:solidFill>
              </a:defRPr>
            </a:pPr>
            <a:r>
              <a:rPr sz="2000" b="0">
                <a:solidFill>
                  <a:srgbClr val="536B7B"/>
                </a:solidFill>
              </a:rPr>
              <a:t>⋮</a:t>
            </a:r>
          </a:p>
        </p:txBody>
      </p:sp>
      <p:sp>
        <p:nvSpPr>
          <p:cNvPr id="55" name="Template 8 object 55">
            <a:extLst xmlns:a="http://schemas.openxmlformats.org/drawingml/2006/main">
              <a:ext uri="{FF2B5EF4-FFF2-40B4-BE49-F238E27FC236}">
                <a16:creationId xmlns:a16="http://schemas.microsoft.com/office/drawing/2014/main" id="{8B2CBDE4-E7AD-42E5-9E7D-FFCCCDE0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0">
                <a:solidFill>
                  <a:srgbClr val="536B7B"/>
                </a:solidFill>
              </a:defRPr>
            </a:defPPr>
            <a:lvl1pPr algn="ctr">
              <a:defRPr sz="2000" b="0">
                <a:solidFill>
                  <a:srgbClr val="536B7B"/>
                </a:solidFill>
              </a:defRPr>
            </a:lvl1pPr>
            <a:lvl2pPr algn="ctr">
              <a:defRPr sz="2000" b="0">
                <a:solidFill>
                  <a:srgbClr val="536B7B"/>
                </a:solidFill>
              </a:defRPr>
            </a:lvl2pPr>
            <a:lvl3pPr algn="ctr">
              <a:defRPr sz="2000" b="0">
                <a:solidFill>
                  <a:srgbClr val="536B7B"/>
                </a:solidFill>
              </a:defRPr>
            </a:lvl3pPr>
            <a:lvl4pPr algn="ctr">
              <a:defRPr sz="2000" b="0">
                <a:solidFill>
                  <a:srgbClr val="536B7B"/>
                </a:solidFill>
              </a:defRPr>
            </a:lvl4pPr>
            <a:lvl5pPr algn="ctr">
              <a:defRPr sz="2000" b="0">
                <a:solidFill>
                  <a:srgbClr val="536B7B"/>
                </a:solidFill>
              </a:defRPr>
            </a:lvl5pPr>
            <a:lvl6pPr algn="ctr">
              <a:defRPr sz="2000" b="0">
                <a:solidFill>
                  <a:srgbClr val="536B7B"/>
                </a:solidFill>
              </a:defRPr>
            </a:lvl6pPr>
            <a:lvl7pPr algn="ctr">
              <a:defRPr sz="2000" b="0">
                <a:solidFill>
                  <a:srgbClr val="536B7B"/>
                </a:solidFill>
              </a:defRPr>
            </a:lvl7pPr>
            <a:lvl8pPr algn="ctr">
              <a:defRPr sz="2000" b="0">
                <a:solidFill>
                  <a:srgbClr val="536B7B"/>
                </a:solidFill>
              </a:defRPr>
            </a:lvl8pPr>
            <a:lvl9pPr algn="ctr">
              <a:defRPr sz="20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536B7B"/>
                </a:solidFill>
              </a:defRPr>
            </a:pPr>
            <a:r>
              <a:rPr sz="2000" b="0">
                <a:solidFill>
                  <a:srgbClr val="536B7B"/>
                </a:solidFill>
              </a:rPr>
              <a:t>⋮</a:t>
            </a:r>
          </a:p>
        </p:txBody>
      </p:sp>
    </p:spTree>
    <p:extLst>
      <p:ext uri="{BB962C8B-B14F-4D97-AF65-F5344CB8AC3E}">
        <p14:creationId xmlns:p14="http://schemas.microsoft.com/office/powerpoint/2010/main" val="19585406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mplate 9 object 2">
            <a:extLst xmlns:a="http://schemas.openxmlformats.org/drawingml/2006/main">
              <a:ext uri="{FF2B5EF4-FFF2-40B4-BE49-F238E27FC236}">
                <a16:creationId xmlns:a16="http://schemas.microsoft.com/office/drawing/2014/main" id="{CA6EADF0-878F-4A7E-A792-DF186A28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RUNTIME UPDATES</a:t>
            </a:r>
          </a:p>
        </p:txBody>
      </p:sp>
      <p:sp>
        <p:nvSpPr>
          <p:cNvPr id="3" name="Template 9 object 3">
            <a:extLst xmlns:a="http://schemas.openxmlformats.org/drawingml/2006/main">
              <a:ext uri="{FF2B5EF4-FFF2-40B4-BE49-F238E27FC236}">
                <a16:creationId xmlns:a16="http://schemas.microsoft.com/office/drawing/2014/main" id="{732558EB-74FF-4C17-82DD-5361E52C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[How updates reach the processing path]</a:t>
            </a:r>
          </a:p>
        </p:txBody>
      </p:sp>
      <p:sp>
        <p:nvSpPr>
          <p:cNvPr id="5" name="Template 9 object 5">
            <a:extLst xmlns:a="http://schemas.openxmlformats.org/drawingml/2006/main">
              <a:ext uri="{FF2B5EF4-FFF2-40B4-BE49-F238E27FC236}">
                <a16:creationId xmlns:a16="http://schemas.microsoft.com/office/drawing/2014/main" id="{AA464EAC-7D7D-40EF-893B-B311B213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6" name="Template 9 object 6">
            <a:extLst xmlns:a="http://schemas.openxmlformats.org/drawingml/2006/main">
              <a:ext uri="{FF2B5EF4-FFF2-40B4-BE49-F238E27FC236}">
                <a16:creationId xmlns:a16="http://schemas.microsoft.com/office/drawing/2014/main" id="{55B6BCF8-8C20-4C1A-B75E-E1B1D2A5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7" name="Template 9 object 7">
            <a:extLst xmlns:a="http://schemas.openxmlformats.org/drawingml/2006/main">
              <a:ext uri="{FF2B5EF4-FFF2-40B4-BE49-F238E27FC236}">
                <a16:creationId xmlns:a16="http://schemas.microsoft.com/office/drawing/2014/main" id="{9C287CEE-5DA5-458C-B3EE-7934B23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19550"/>
            <a:ext cx="552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8"/>
          </a:solidFill>
          <a:ln xmlns:a="http://schemas.openxmlformats.org/drawingml/2006/main" w="19050">
            <a:solidFill>
              <a:srgbClr val="008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mplate 9 object 8">
            <a:extLst xmlns:a="http://schemas.openxmlformats.org/drawingml/2006/main">
              <a:ext uri="{FF2B5EF4-FFF2-40B4-BE49-F238E27FC236}">
                <a16:creationId xmlns:a16="http://schemas.microsoft.com/office/drawing/2014/main" id="{8DCD84FD-93AD-480C-8C93-E53C7564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720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008A90"/>
                </a:solidFill>
              </a:defRPr>
            </a:defPPr>
            <a:lvl1pPr algn="ctr">
              <a:defRPr sz="1600" b="1">
                <a:solidFill>
                  <a:srgbClr val="008A90"/>
                </a:solidFill>
              </a:defRPr>
            </a:lvl1pPr>
            <a:lvl2pPr algn="ctr">
              <a:defRPr sz="1600" b="1">
                <a:solidFill>
                  <a:srgbClr val="008A90"/>
                </a:solidFill>
              </a:defRPr>
            </a:lvl2pPr>
            <a:lvl3pPr algn="ctr">
              <a:defRPr sz="1600" b="1">
                <a:solidFill>
                  <a:srgbClr val="008A90"/>
                </a:solidFill>
              </a:defRPr>
            </a:lvl3pPr>
            <a:lvl4pPr algn="ctr">
              <a:defRPr sz="1600" b="1">
                <a:solidFill>
                  <a:srgbClr val="008A90"/>
                </a:solidFill>
              </a:defRPr>
            </a:lvl4pPr>
            <a:lvl5pPr algn="ctr">
              <a:defRPr sz="1600" b="1">
                <a:solidFill>
                  <a:srgbClr val="008A90"/>
                </a:solidFill>
              </a:defRPr>
            </a:lvl5pPr>
            <a:lvl6pPr algn="ctr">
              <a:defRPr sz="1600" b="1">
                <a:solidFill>
                  <a:srgbClr val="008A90"/>
                </a:solidFill>
              </a:defRPr>
            </a:lvl6pPr>
            <a:lvl7pPr algn="ctr">
              <a:defRPr sz="1600" b="1">
                <a:solidFill>
                  <a:srgbClr val="008A90"/>
                </a:solidFill>
              </a:defRPr>
            </a:lvl7pPr>
            <a:lvl8pPr algn="ctr">
              <a:defRPr sz="1600" b="1">
                <a:solidFill>
                  <a:srgbClr val="008A90"/>
                </a:solidFill>
              </a:defRPr>
            </a:lvl8pPr>
            <a:lvl9pPr algn="ctr">
              <a:defRPr sz="1600" b="1">
                <a:solidFill>
                  <a:srgbClr val="008A90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008A90"/>
                </a:solidFill>
              </a:defRPr>
            </a:pPr>
            <a:r>
              <a:rPr sz="1600" b="1">
                <a:solidFill>
                  <a:srgbClr val="008A90"/>
                </a:solidFill>
              </a:rPr>
              <a:t>For each processing branch</a:t>
            </a:r>
          </a:p>
        </p:txBody>
      </p:sp>
      <p:sp>
        <p:nvSpPr>
          <p:cNvPr id="9" name="Template 9 object 9">
            <a:extLst xmlns:a="http://schemas.openxmlformats.org/drawingml/2006/main">
              <a:ext uri="{FF2B5EF4-FFF2-40B4-BE49-F238E27FC236}">
                <a16:creationId xmlns:a16="http://schemas.microsoft.com/office/drawing/2014/main" id="{44CCD165-2ED3-4125-9B05-CCE0B79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1430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mplate 9 object 10">
            <a:extLst xmlns:a="http://schemas.openxmlformats.org/drawingml/2006/main">
              <a:ext uri="{FF2B5EF4-FFF2-40B4-BE49-F238E27FC236}">
                <a16:creationId xmlns:a16="http://schemas.microsoft.com/office/drawing/2014/main" id="{ECDCA400-DC4D-48FE-929D-327A3FBB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Input</a:t>
            </a:r>
          </a:p>
        </p:txBody>
      </p:sp>
      <p:sp>
        <p:nvSpPr>
          <p:cNvPr id="11" name="Template 9 object 11">
            <a:extLst xmlns:a="http://schemas.openxmlformats.org/drawingml/2006/main">
              <a:ext uri="{FF2B5EF4-FFF2-40B4-BE49-F238E27FC236}">
                <a16:creationId xmlns:a16="http://schemas.microsoft.com/office/drawing/2014/main" id="{9BA2743C-CDE3-4269-BFF9-5431DFB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810125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mplate 9 object 12">
            <a:extLst xmlns:a="http://schemas.openxmlformats.org/drawingml/2006/main">
              <a:ext uri="{FF2B5EF4-FFF2-40B4-BE49-F238E27FC236}">
                <a16:creationId xmlns:a16="http://schemas.microsoft.com/office/drawing/2014/main" id="{0824F3B7-98C0-4E58-81BD-6BB2A32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848225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mplate 9 object 13">
            <a:extLst xmlns:a="http://schemas.openxmlformats.org/drawingml/2006/main">
              <a:ext uri="{FF2B5EF4-FFF2-40B4-BE49-F238E27FC236}">
                <a16:creationId xmlns:a16="http://schemas.microsoft.com/office/drawing/2014/main" id="{D7BCF207-8EB7-473D-AF6B-42DEA244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01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1430">
            <a:solidFill>
              <a:srgbClr val="008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mplate 9 object 14">
            <a:extLst xmlns:a="http://schemas.openxmlformats.org/drawingml/2006/main">
              <a:ext uri="{FF2B5EF4-FFF2-40B4-BE49-F238E27FC236}">
                <a16:creationId xmlns:a16="http://schemas.microsoft.com/office/drawing/2014/main" id="{B895A093-F2F0-4E6F-AB92-6AAE7299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Transform</a:t>
            </a:r>
          </a:p>
        </p:txBody>
      </p:sp>
      <p:sp>
        <p:nvSpPr>
          <p:cNvPr id="15" name="Template 9 object 15">
            <a:extLst xmlns:a="http://schemas.openxmlformats.org/drawingml/2006/main">
              <a:ext uri="{FF2B5EF4-FFF2-40B4-BE49-F238E27FC236}">
                <a16:creationId xmlns:a16="http://schemas.microsoft.com/office/drawing/2014/main" id="{F6033844-5BA9-44FC-882D-2E26D4DC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10125"/>
            <a:ext cx="895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mplate 9 object 16">
            <a:extLst xmlns:a="http://schemas.openxmlformats.org/drawingml/2006/main">
              <a:ext uri="{FF2B5EF4-FFF2-40B4-BE49-F238E27FC236}">
                <a16:creationId xmlns:a16="http://schemas.microsoft.com/office/drawing/2014/main" id="{4D76BFAE-5E34-4BFB-A307-3FF523B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48225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mplate 9 object 17">
            <a:extLst xmlns:a="http://schemas.openxmlformats.org/drawingml/2006/main">
              <a:ext uri="{FF2B5EF4-FFF2-40B4-BE49-F238E27FC236}">
                <a16:creationId xmlns:a16="http://schemas.microsoft.com/office/drawing/2014/main" id="{6B51CB69-742B-43B1-9382-2843D26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101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mplate 9 object 18">
            <a:extLst xmlns:a="http://schemas.openxmlformats.org/drawingml/2006/main">
              <a:ext uri="{FF2B5EF4-FFF2-40B4-BE49-F238E27FC236}">
                <a16:creationId xmlns:a16="http://schemas.microsoft.com/office/drawing/2014/main" id="{42313CBD-54EF-4CEA-B594-BD42010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</a:defRPr>
            </a:defPPr>
            <a:lvl1pPr algn="ctr">
              <a:defRPr sz="1600" b="1">
                <a:solidFill>
                  <a:srgbClr val="FFFFFF"/>
                </a:solidFill>
              </a:defRPr>
            </a:lvl1pPr>
            <a:lvl2pPr algn="ctr">
              <a:defRPr sz="1600" b="1">
                <a:solidFill>
                  <a:srgbClr val="FFFFFF"/>
                </a:solidFill>
              </a:defRPr>
            </a:lvl2pPr>
            <a:lvl3pPr algn="ctr">
              <a:defRPr sz="1600" b="1">
                <a:solidFill>
                  <a:srgbClr val="FFFFFF"/>
                </a:solidFill>
              </a:defRPr>
            </a:lvl3pPr>
            <a:lvl4pPr algn="ctr">
              <a:defRPr sz="1600" b="1">
                <a:solidFill>
                  <a:srgbClr val="FFFFFF"/>
                </a:solidFill>
              </a:defRPr>
            </a:lvl4pPr>
            <a:lvl5pPr algn="ctr">
              <a:defRPr sz="1600" b="1">
                <a:solidFill>
                  <a:srgbClr val="FFFFFF"/>
                </a:solidFill>
              </a:defRPr>
            </a:lvl5pPr>
            <a:lvl6pPr algn="ctr">
              <a:defRPr sz="1600" b="1">
                <a:solidFill>
                  <a:srgbClr val="FFFFFF"/>
                </a:solidFill>
              </a:defRPr>
            </a:lvl6pPr>
            <a:lvl7pPr algn="ctr">
              <a:defRPr sz="1600" b="1">
                <a:solidFill>
                  <a:srgbClr val="FFFFFF"/>
                </a:solidFill>
              </a:defRPr>
            </a:lvl7pPr>
            <a:lvl8pPr algn="ctr">
              <a:defRPr sz="1600" b="1">
                <a:solidFill>
                  <a:srgbClr val="FFFFFF"/>
                </a:solidFill>
              </a:defRPr>
            </a:lvl8pPr>
            <a:lvl9pPr algn="ctr">
              <a:defRPr sz="1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Apply active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19" name="Template 9 object 19">
            <a:extLst xmlns:a="http://schemas.openxmlformats.org/drawingml/2006/main">
              <a:ext uri="{FF2B5EF4-FFF2-40B4-BE49-F238E27FC236}">
                <a16:creationId xmlns:a16="http://schemas.microsoft.com/office/drawing/2014/main" id="{4A237BBB-2930-4CF2-BAD8-72883997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10125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mplate 9 object 20">
            <a:extLst xmlns:a="http://schemas.openxmlformats.org/drawingml/2006/main">
              <a:ext uri="{FF2B5EF4-FFF2-40B4-BE49-F238E27FC236}">
                <a16:creationId xmlns:a16="http://schemas.microsoft.com/office/drawing/2014/main" id="{A408BEFC-137C-40DF-A3B6-EF24CC3E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48225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mplate 9 object 21">
            <a:extLst xmlns:a="http://schemas.openxmlformats.org/drawingml/2006/main">
              <a:ext uri="{FF2B5EF4-FFF2-40B4-BE49-F238E27FC236}">
                <a16:creationId xmlns:a16="http://schemas.microsoft.com/office/drawing/2014/main" id="{587BDF16-6F17-4C8B-88C1-076312C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10100"/>
            <a:ext cx="62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mplate 9 object 22">
            <a:extLst xmlns:a="http://schemas.openxmlformats.org/drawingml/2006/main">
              <a:ext uri="{FF2B5EF4-FFF2-40B4-BE49-F238E27FC236}">
                <a16:creationId xmlns:a16="http://schemas.microsoft.com/office/drawing/2014/main" id="{04311EFD-45FC-4E8C-868C-A04C258B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38675"/>
            <a:ext cx="533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</a:defRPr>
            </a:defPPr>
            <a:lvl1pPr algn="ctr">
              <a:defRPr sz="3200" b="1">
                <a:solidFill>
                  <a:srgbClr val="FFFFFF"/>
                </a:solidFill>
              </a:defRPr>
            </a:lvl1pPr>
            <a:lvl2pPr algn="ctr">
              <a:defRPr sz="3200" b="1">
                <a:solidFill>
                  <a:srgbClr val="FFFFFF"/>
                </a:solidFill>
              </a:defRPr>
            </a:lvl2pPr>
            <a:lvl3pPr algn="ctr">
              <a:defRPr sz="3200" b="1">
                <a:solidFill>
                  <a:srgbClr val="FFFFFF"/>
                </a:solidFill>
              </a:defRPr>
            </a:lvl3pPr>
            <a:lvl4pPr algn="ctr">
              <a:defRPr sz="3200" b="1">
                <a:solidFill>
                  <a:srgbClr val="FFFFFF"/>
                </a:solidFill>
              </a:defRPr>
            </a:lvl4pPr>
            <a:lvl5pPr algn="ctr">
              <a:defRPr sz="3200" b="1">
                <a:solidFill>
                  <a:srgbClr val="FFFFFF"/>
                </a:solidFill>
              </a:defRPr>
            </a:lvl5pPr>
            <a:lvl6pPr algn="ctr">
              <a:defRPr sz="3200" b="1">
                <a:solidFill>
                  <a:srgbClr val="FFFFFF"/>
                </a:solidFill>
              </a:defRPr>
            </a:lvl6pPr>
            <a:lvl7pPr algn="ctr">
              <a:defRPr sz="3200" b="1">
                <a:solidFill>
                  <a:srgbClr val="FFFFFF"/>
                </a:solidFill>
              </a:defRPr>
            </a:lvl7pPr>
            <a:lvl8pPr algn="ctr">
              <a:defRPr sz="3200" b="1">
                <a:solidFill>
                  <a:srgbClr val="FFFFFF"/>
                </a:solidFill>
              </a:defRPr>
            </a:lvl8pPr>
            <a:lvl9pPr algn="ctr">
              <a:defRPr sz="3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23" name="Template 9 object 23">
            <a:extLst xmlns:a="http://schemas.openxmlformats.org/drawingml/2006/main">
              <a:ext uri="{FF2B5EF4-FFF2-40B4-BE49-F238E27FC236}">
                <a16:creationId xmlns:a16="http://schemas.microsoft.com/office/drawing/2014/main" id="{CD63626D-888D-4D4E-9479-8BD5BCA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9700"/>
            <a:ext cx="2038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Combine outputs</a:t>
            </a:r>
          </a:p>
        </p:txBody>
      </p:sp>
      <p:sp>
        <p:nvSpPr>
          <p:cNvPr id="24" name="Template 9 object 24">
            <a:extLst xmlns:a="http://schemas.openxmlformats.org/drawingml/2006/main">
              <a:ext uri="{FF2B5EF4-FFF2-40B4-BE49-F238E27FC236}">
                <a16:creationId xmlns:a16="http://schemas.microsoft.com/office/drawing/2014/main" id="{08A0AFB5-1D05-40A8-8B51-69FBE8F7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10125"/>
            <a:ext cx="1028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mplate 9 object 25">
            <a:extLst xmlns:a="http://schemas.openxmlformats.org/drawingml/2006/main">
              <a:ext uri="{FF2B5EF4-FFF2-40B4-BE49-F238E27FC236}">
                <a16:creationId xmlns:a16="http://schemas.microsoft.com/office/drawing/2014/main" id="{40D11724-59F0-47AC-9717-82216FCA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4822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mplate 9 object 26">
            <a:extLst xmlns:a="http://schemas.openxmlformats.org/drawingml/2006/main">
              <a:ext uri="{FF2B5EF4-FFF2-40B4-BE49-F238E27FC236}">
                <a16:creationId xmlns:a16="http://schemas.microsoft.com/office/drawing/2014/main" id="{850243EF-55BA-4590-8876-B561F77B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101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1430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mplate 9 object 27">
            <a:extLst xmlns:a="http://schemas.openxmlformats.org/drawingml/2006/main">
              <a:ext uri="{FF2B5EF4-FFF2-40B4-BE49-F238E27FC236}">
                <a16:creationId xmlns:a16="http://schemas.microsoft.com/office/drawing/2014/main" id="{75F34743-45A9-415F-B691-35CB5360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Output</a:t>
            </a:r>
          </a:p>
        </p:txBody>
      </p:sp>
      <p:sp>
        <p:nvSpPr>
          <p:cNvPr id="28" name="Template 9 object 28">
            <a:extLst xmlns:a="http://schemas.openxmlformats.org/drawingml/2006/main">
              <a:ext uri="{FF2B5EF4-FFF2-40B4-BE49-F238E27FC236}">
                <a16:creationId xmlns:a16="http://schemas.microsoft.com/office/drawing/2014/main" id="{5041A173-C0C5-40D7-B953-6C8F813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71850"/>
            <a:ext cx="381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mplate 9 object 29">
            <a:extLst xmlns:a="http://schemas.openxmlformats.org/drawingml/2006/main">
              <a:ext uri="{FF2B5EF4-FFF2-40B4-BE49-F238E27FC236}">
                <a16:creationId xmlns:a16="http://schemas.microsoft.com/office/drawing/2014/main" id="{2F7F951A-552B-47C7-8696-25522742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00550"/>
            <a:ext cx="1905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mplate 9 object 30">
            <a:extLst xmlns:a="http://schemas.openxmlformats.org/drawingml/2006/main">
              <a:ext uri="{FF2B5EF4-FFF2-40B4-BE49-F238E27FC236}">
                <a16:creationId xmlns:a16="http://schemas.microsoft.com/office/drawing/2014/main" id="{62EDB56B-AE5C-4F7A-A23A-30150A6E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33775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008A90"/>
                </a:solidFill>
              </a:defRPr>
            </a:defPPr>
            <a:lvl1pPr algn="l">
              <a:defRPr sz="1600" b="1">
                <a:solidFill>
                  <a:srgbClr val="008A90"/>
                </a:solidFill>
              </a:defRPr>
            </a:lvl1pPr>
            <a:lvl2pPr algn="l">
              <a:defRPr sz="1600" b="1">
                <a:solidFill>
                  <a:srgbClr val="008A90"/>
                </a:solidFill>
              </a:defRPr>
            </a:lvl2pPr>
            <a:lvl3pPr algn="l">
              <a:defRPr sz="1600" b="1">
                <a:solidFill>
                  <a:srgbClr val="008A90"/>
                </a:solidFill>
              </a:defRPr>
            </a:lvl3pPr>
            <a:lvl4pPr algn="l">
              <a:defRPr sz="1600" b="1">
                <a:solidFill>
                  <a:srgbClr val="008A90"/>
                </a:solidFill>
              </a:defRPr>
            </a:lvl4pPr>
            <a:lvl5pPr algn="l">
              <a:defRPr sz="1600" b="1">
                <a:solidFill>
                  <a:srgbClr val="008A90"/>
                </a:solidFill>
              </a:defRPr>
            </a:lvl5pPr>
            <a:lvl6pPr algn="l">
              <a:defRPr sz="1600" b="1">
                <a:solidFill>
                  <a:srgbClr val="008A90"/>
                </a:solidFill>
              </a:defRPr>
            </a:lvl6pPr>
            <a:lvl7pPr algn="l">
              <a:defRPr sz="1600" b="1">
                <a:solidFill>
                  <a:srgbClr val="008A90"/>
                </a:solidFill>
              </a:defRPr>
            </a:lvl7pPr>
            <a:lvl8pPr algn="l">
              <a:defRPr sz="1600" b="1">
                <a:solidFill>
                  <a:srgbClr val="008A90"/>
                </a:solidFill>
              </a:defRPr>
            </a:lvl8pPr>
            <a:lvl9pPr algn="l">
              <a:defRPr sz="1600" b="1">
                <a:solidFill>
                  <a:srgbClr val="008A90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008A90"/>
                </a:solidFill>
              </a:defRPr>
            </a:pPr>
            <a:r>
              <a:rPr sz="1600" b="1">
                <a:solidFill>
                  <a:srgbClr val="008A90"/>
                </a:solidFill>
              </a:rPr>
              <a:t>Active weight</a:t>
            </a:r>
          </a:p>
        </p:txBody>
      </p:sp>
      <p:sp>
        <p:nvSpPr>
          <p:cNvPr id="31" name="Template 9 object 31">
            <a:extLst xmlns:a="http://schemas.openxmlformats.org/drawingml/2006/main">
              <a:ext uri="{FF2B5EF4-FFF2-40B4-BE49-F238E27FC236}">
                <a16:creationId xmlns:a16="http://schemas.microsoft.com/office/drawing/2014/main" id="{CBE94049-943F-4D97-B7D8-91C2FC5F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[When do updates take effect?]</a:t>
            </a:r>
          </a:p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[State timing or consistency guarantees.]</a:t>
            </a:r>
          </a:p>
        </p:txBody>
      </p:sp>
      <p:sp>
        <p:nvSpPr>
          <p:cNvPr id="32" name="Template 9 object 32">
            <a:extLst xmlns:a="http://schemas.openxmlformats.org/drawingml/2006/main">
              <a:ext uri="{FF2B5EF4-FFF2-40B4-BE49-F238E27FC236}">
                <a16:creationId xmlns:a16="http://schemas.microsoft.com/office/drawing/2014/main" id="{49681CC4-3974-46E7-9F7A-649BB3F7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Startup: [initial configuration and defaults]</a:t>
            </a:r>
          </a:p>
        </p:txBody>
      </p:sp>
      <p:sp>
        <p:nvSpPr>
          <p:cNvPr id="33" name="Template 9 object 33">
            <a:extLst xmlns:a="http://schemas.openxmlformats.org/drawingml/2006/main">
              <a:ext uri="{FF2B5EF4-FFF2-40B4-BE49-F238E27FC236}">
                <a16:creationId xmlns:a16="http://schemas.microsoft.com/office/drawing/2014/main" id="{7AF048EA-D517-4B75-BA1C-E8E38089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102A43"/>
                </a:solidFill>
              </a:defRPr>
            </a:defPPr>
            <a:lvl1pPr algn="l">
              <a:defRPr sz="1600" b="1">
                <a:solidFill>
                  <a:srgbClr val="102A43"/>
                </a:solidFill>
              </a:defRPr>
            </a:lvl1pPr>
            <a:lvl2pPr algn="l">
              <a:defRPr sz="1600" b="1">
                <a:solidFill>
                  <a:srgbClr val="102A43"/>
                </a:solidFill>
              </a:defRPr>
            </a:lvl2pPr>
            <a:lvl3pPr algn="l">
              <a:defRPr sz="1600" b="1">
                <a:solidFill>
                  <a:srgbClr val="102A43"/>
                </a:solidFill>
              </a:defRPr>
            </a:lvl3pPr>
            <a:lvl4pPr algn="l">
              <a:defRPr sz="1600" b="1">
                <a:solidFill>
                  <a:srgbClr val="102A43"/>
                </a:solidFill>
              </a:defRPr>
            </a:lvl4pPr>
            <a:lvl5pPr algn="l">
              <a:defRPr sz="1600" b="1">
                <a:solidFill>
                  <a:srgbClr val="102A43"/>
                </a:solidFill>
              </a:defRPr>
            </a:lvl5pPr>
            <a:lvl6pPr algn="l">
              <a:defRPr sz="1600" b="1">
                <a:solidFill>
                  <a:srgbClr val="102A43"/>
                </a:solidFill>
              </a:defRPr>
            </a:lvl6pPr>
            <a:lvl7pPr algn="l">
              <a:defRPr sz="1600" b="1">
                <a:solidFill>
                  <a:srgbClr val="102A43"/>
                </a:solidFill>
              </a:defRPr>
            </a:lvl7pPr>
            <a:lvl8pPr algn="l">
              <a:defRPr sz="1600" b="1">
                <a:solidFill>
                  <a:srgbClr val="102A43"/>
                </a:solidFill>
              </a:defRPr>
            </a:lvl8pPr>
            <a:lvl9pPr algn="l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Update source</a:t>
            </a:r>
          </a:p>
        </p:txBody>
      </p:sp>
      <p:sp>
        <p:nvSpPr>
          <p:cNvPr id="34" name="Template 9 object 34">
            <a:extLst xmlns:a="http://schemas.openxmlformats.org/drawingml/2006/main">
              <a:ext uri="{FF2B5EF4-FFF2-40B4-BE49-F238E27FC236}">
                <a16:creationId xmlns:a16="http://schemas.microsoft.com/office/drawing/2014/main" id="{48D0BD75-D9D3-422A-A038-CA3A0D01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27084"/>
                </a:solidFill>
              </a:defRPr>
            </a:defPPr>
            <a:lvl1pPr algn="l">
              <a:defRPr sz="1600" b="0">
                <a:solidFill>
                  <a:srgbClr val="527084"/>
                </a:solidFill>
              </a:defRPr>
            </a:lvl1pPr>
            <a:lvl2pPr algn="l">
              <a:defRPr sz="1600" b="0">
                <a:solidFill>
                  <a:srgbClr val="527084"/>
                </a:solidFill>
              </a:defRPr>
            </a:lvl2pPr>
            <a:lvl3pPr algn="l">
              <a:defRPr sz="1600" b="0">
                <a:solidFill>
                  <a:srgbClr val="527084"/>
                </a:solidFill>
              </a:defRPr>
            </a:lvl3pPr>
            <a:lvl4pPr algn="l">
              <a:defRPr sz="1600" b="0">
                <a:solidFill>
                  <a:srgbClr val="527084"/>
                </a:solidFill>
              </a:defRPr>
            </a:lvl4pPr>
            <a:lvl5pPr algn="l">
              <a:defRPr sz="1600" b="0">
                <a:solidFill>
                  <a:srgbClr val="527084"/>
                </a:solidFill>
              </a:defRPr>
            </a:lvl5pPr>
            <a:lvl6pPr algn="l">
              <a:defRPr sz="1600" b="0">
                <a:solidFill>
                  <a:srgbClr val="527084"/>
                </a:solidFill>
              </a:defRPr>
            </a:lvl6pPr>
            <a:lvl7pPr algn="l">
              <a:defRPr sz="1600" b="0">
                <a:solidFill>
                  <a:srgbClr val="527084"/>
                </a:solidFill>
              </a:defRPr>
            </a:lvl7pPr>
            <a:lvl8pPr algn="l">
              <a:defRPr sz="1600" b="0">
                <a:solidFill>
                  <a:srgbClr val="527084"/>
                </a:solidFill>
              </a:defRPr>
            </a:lvl8pPr>
            <a:lvl9pPr algn="l">
              <a:defRPr sz="16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27084"/>
                </a:solidFill>
              </a:defRPr>
            </a:pPr>
            <a:r>
              <a:rPr sz="1600" b="0">
                <a:solidFill>
                  <a:srgbClr val="527084"/>
                </a:solidFill>
              </a:rPr>
              <a:t>Submit settings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27084"/>
                </a:solidFill>
              </a:defRPr>
            </a:pPr>
            <a:r>
              <a:rPr sz="1600" b="0">
                <a:solidFill>
                  <a:srgbClr val="527084"/>
                </a:solidFill>
              </a:rPr>
              <a:t>[Interface]</a:t>
            </a:r>
          </a:p>
        </p:txBody>
      </p:sp>
      <p:sp>
        <p:nvSpPr>
          <p:cNvPr id="35" name="Template 9 object 35">
            <a:extLst xmlns:a="http://schemas.openxmlformats.org/drawingml/2006/main">
              <a:ext uri="{FF2B5EF4-FFF2-40B4-BE49-F238E27FC236}">
                <a16:creationId xmlns:a16="http://schemas.microsoft.com/office/drawing/2014/main" id="{067370E9-1E74-4148-A7C4-06A20A65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43175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mplate 9 object 36">
            <a:extLst xmlns:a="http://schemas.openxmlformats.org/drawingml/2006/main">
              <a:ext uri="{FF2B5EF4-FFF2-40B4-BE49-F238E27FC236}">
                <a16:creationId xmlns:a16="http://schemas.microsoft.com/office/drawing/2014/main" id="{9F6D79A1-52F0-45DF-9256-F445FE71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81275"/>
            <a:ext cx="38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mplate 9 object 37">
            <a:extLst xmlns:a="http://schemas.openxmlformats.org/drawingml/2006/main">
              <a:ext uri="{FF2B5EF4-FFF2-40B4-BE49-F238E27FC236}">
                <a16:creationId xmlns:a16="http://schemas.microsoft.com/office/drawing/2014/main" id="{CE62047E-A598-4733-B57F-F9DA174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193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102A43"/>
                </a:solidFill>
              </a:defRPr>
            </a:defPPr>
            <a:lvl1pPr algn="l">
              <a:defRPr sz="1600" b="1">
                <a:solidFill>
                  <a:srgbClr val="102A43"/>
                </a:solidFill>
              </a:defRPr>
            </a:lvl1pPr>
            <a:lvl2pPr algn="l">
              <a:defRPr sz="1600" b="1">
                <a:solidFill>
                  <a:srgbClr val="102A43"/>
                </a:solidFill>
              </a:defRPr>
            </a:lvl2pPr>
            <a:lvl3pPr algn="l">
              <a:defRPr sz="1600" b="1">
                <a:solidFill>
                  <a:srgbClr val="102A43"/>
                </a:solidFill>
              </a:defRPr>
            </a:lvl3pPr>
            <a:lvl4pPr algn="l">
              <a:defRPr sz="1600" b="1">
                <a:solidFill>
                  <a:srgbClr val="102A43"/>
                </a:solidFill>
              </a:defRPr>
            </a:lvl4pPr>
            <a:lvl5pPr algn="l">
              <a:defRPr sz="1600" b="1">
                <a:solidFill>
                  <a:srgbClr val="102A43"/>
                </a:solidFill>
              </a:defRPr>
            </a:lvl5pPr>
            <a:lvl6pPr algn="l">
              <a:defRPr sz="1600" b="1">
                <a:solidFill>
                  <a:srgbClr val="102A43"/>
                </a:solidFill>
              </a:defRPr>
            </a:lvl6pPr>
            <a:lvl7pPr algn="l">
              <a:defRPr sz="1600" b="1">
                <a:solidFill>
                  <a:srgbClr val="102A43"/>
                </a:solidFill>
              </a:defRPr>
            </a:lvl7pPr>
            <a:lvl8pPr algn="l">
              <a:defRPr sz="1600" b="1">
                <a:solidFill>
                  <a:srgbClr val="102A43"/>
                </a:solidFill>
              </a:defRPr>
            </a:lvl8pPr>
            <a:lvl9pPr algn="l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Pending settings</a:t>
            </a:r>
          </a:p>
        </p:txBody>
      </p:sp>
      <p:sp>
        <p:nvSpPr>
          <p:cNvPr id="38" name="Template 9 object 38">
            <a:extLst xmlns:a="http://schemas.openxmlformats.org/drawingml/2006/main">
              <a:ext uri="{FF2B5EF4-FFF2-40B4-BE49-F238E27FC236}">
                <a16:creationId xmlns:a16="http://schemas.microsoft.com/office/drawing/2014/main" id="{80BE6F71-9DF7-40F5-84F9-6BC616F2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574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27084"/>
                </a:solidFill>
              </a:defRPr>
            </a:defPPr>
            <a:lvl1pPr algn="l">
              <a:defRPr sz="1600" b="0">
                <a:solidFill>
                  <a:srgbClr val="527084"/>
                </a:solidFill>
              </a:defRPr>
            </a:lvl1pPr>
            <a:lvl2pPr algn="l">
              <a:defRPr sz="1600" b="0">
                <a:solidFill>
                  <a:srgbClr val="527084"/>
                </a:solidFill>
              </a:defRPr>
            </a:lvl2pPr>
            <a:lvl3pPr algn="l">
              <a:defRPr sz="1600" b="0">
                <a:solidFill>
                  <a:srgbClr val="527084"/>
                </a:solidFill>
              </a:defRPr>
            </a:lvl3pPr>
            <a:lvl4pPr algn="l">
              <a:defRPr sz="1600" b="0">
                <a:solidFill>
                  <a:srgbClr val="527084"/>
                </a:solidFill>
              </a:defRPr>
            </a:lvl4pPr>
            <a:lvl5pPr algn="l">
              <a:defRPr sz="1600" b="0">
                <a:solidFill>
                  <a:srgbClr val="527084"/>
                </a:solidFill>
              </a:defRPr>
            </a:lvl5pPr>
            <a:lvl6pPr algn="l">
              <a:defRPr sz="1600" b="0">
                <a:solidFill>
                  <a:srgbClr val="527084"/>
                </a:solidFill>
              </a:defRPr>
            </a:lvl6pPr>
            <a:lvl7pPr algn="l">
              <a:defRPr sz="1600" b="0">
                <a:solidFill>
                  <a:srgbClr val="527084"/>
                </a:solidFill>
              </a:defRPr>
            </a:lvl7pPr>
            <a:lvl8pPr algn="l">
              <a:defRPr sz="1600" b="0">
                <a:solidFill>
                  <a:srgbClr val="527084"/>
                </a:solidFill>
              </a:defRPr>
            </a:lvl8pPr>
            <a:lvl9pPr algn="l">
              <a:defRPr sz="16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27084"/>
                </a:solidFill>
              </a:defRPr>
            </a:pPr>
            <a:r>
              <a:rPr sz="1600" b="0">
                <a:solidFill>
                  <a:srgbClr val="527084"/>
                </a:solidFill>
              </a:rPr>
              <a:t>Validate and store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27084"/>
                </a:solidFill>
              </a:defRPr>
            </a:pPr>
            <a:r>
              <a:rPr sz="1600" b="0">
                <a:solidFill>
                  <a:srgbClr val="527084"/>
                </a:solidFill>
              </a:rPr>
              <a:t>the requested values</a:t>
            </a:r>
          </a:p>
        </p:txBody>
      </p:sp>
      <p:sp>
        <p:nvSpPr>
          <p:cNvPr id="39" name="Template 9 object 39">
            <a:extLst xmlns:a="http://schemas.openxmlformats.org/drawingml/2006/main">
              <a:ext uri="{FF2B5EF4-FFF2-40B4-BE49-F238E27FC236}">
                <a16:creationId xmlns:a16="http://schemas.microsoft.com/office/drawing/2014/main" id="{98C2ECB4-B4C5-4454-B042-B6FB585E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mplate 9 object 40">
            <a:extLst xmlns:a="http://schemas.openxmlformats.org/drawingml/2006/main">
              <a:ext uri="{FF2B5EF4-FFF2-40B4-BE49-F238E27FC236}">
                <a16:creationId xmlns:a16="http://schemas.microsoft.com/office/drawing/2014/main" id="{A43B93AA-94FD-4CA8-8F77-08933C47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81275"/>
            <a:ext cx="38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mplate 9 object 41">
            <a:extLst xmlns:a="http://schemas.openxmlformats.org/drawingml/2006/main">
              <a:ext uri="{FF2B5EF4-FFF2-40B4-BE49-F238E27FC236}">
                <a16:creationId xmlns:a16="http://schemas.microsoft.com/office/drawing/2014/main" id="{CFF0CDE5-895B-4EC9-A7B1-B193A188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19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102A43"/>
                </a:solidFill>
              </a:defRPr>
            </a:defPPr>
            <a:lvl1pPr algn="l">
              <a:defRPr sz="1600" b="1">
                <a:solidFill>
                  <a:srgbClr val="102A43"/>
                </a:solidFill>
              </a:defRPr>
            </a:lvl1pPr>
            <a:lvl2pPr algn="l">
              <a:defRPr sz="1600" b="1">
                <a:solidFill>
                  <a:srgbClr val="102A43"/>
                </a:solidFill>
              </a:defRPr>
            </a:lvl2pPr>
            <a:lvl3pPr algn="l">
              <a:defRPr sz="1600" b="1">
                <a:solidFill>
                  <a:srgbClr val="102A43"/>
                </a:solidFill>
              </a:defRPr>
            </a:lvl3pPr>
            <a:lvl4pPr algn="l">
              <a:defRPr sz="1600" b="1">
                <a:solidFill>
                  <a:srgbClr val="102A43"/>
                </a:solidFill>
              </a:defRPr>
            </a:lvl4pPr>
            <a:lvl5pPr algn="l">
              <a:defRPr sz="1600" b="1">
                <a:solidFill>
                  <a:srgbClr val="102A43"/>
                </a:solidFill>
              </a:defRPr>
            </a:lvl5pPr>
            <a:lvl6pPr algn="l">
              <a:defRPr sz="1600" b="1">
                <a:solidFill>
                  <a:srgbClr val="102A43"/>
                </a:solidFill>
              </a:defRPr>
            </a:lvl6pPr>
            <a:lvl7pPr algn="l">
              <a:defRPr sz="1600" b="1">
                <a:solidFill>
                  <a:srgbClr val="102A43"/>
                </a:solidFill>
              </a:defRPr>
            </a:lvl7pPr>
            <a:lvl8pPr algn="l">
              <a:defRPr sz="1600" b="1">
                <a:solidFill>
                  <a:srgbClr val="102A43"/>
                </a:solidFill>
              </a:defRPr>
            </a:lvl8pPr>
            <a:lvl9pPr algn="l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Active settings</a:t>
            </a:r>
          </a:p>
        </p:txBody>
      </p:sp>
      <p:sp>
        <p:nvSpPr>
          <p:cNvPr id="42" name="Template 9 object 42">
            <a:extLst xmlns:a="http://schemas.openxmlformats.org/drawingml/2006/main">
              <a:ext uri="{FF2B5EF4-FFF2-40B4-BE49-F238E27FC236}">
                <a16:creationId xmlns:a16="http://schemas.microsoft.com/office/drawing/2014/main" id="{130AFD59-3B9C-48ED-BC2B-5FA8A62C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6" y="2457450"/>
            <a:ext cx="308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27084"/>
                </a:solidFill>
              </a:defRPr>
            </a:defPPr>
            <a:lvl1pPr algn="l">
              <a:defRPr sz="1600" b="0">
                <a:solidFill>
                  <a:srgbClr val="527084"/>
                </a:solidFill>
              </a:defRPr>
            </a:lvl1pPr>
            <a:lvl2pPr algn="l">
              <a:defRPr sz="1600" b="0">
                <a:solidFill>
                  <a:srgbClr val="527084"/>
                </a:solidFill>
              </a:defRPr>
            </a:lvl2pPr>
            <a:lvl3pPr algn="l">
              <a:defRPr sz="1600" b="0">
                <a:solidFill>
                  <a:srgbClr val="527084"/>
                </a:solidFill>
              </a:defRPr>
            </a:lvl3pPr>
            <a:lvl4pPr algn="l">
              <a:defRPr sz="1600" b="0">
                <a:solidFill>
                  <a:srgbClr val="527084"/>
                </a:solidFill>
              </a:defRPr>
            </a:lvl4pPr>
            <a:lvl5pPr algn="l">
              <a:defRPr sz="1600" b="0">
                <a:solidFill>
                  <a:srgbClr val="527084"/>
                </a:solidFill>
              </a:defRPr>
            </a:lvl5pPr>
            <a:lvl6pPr algn="l">
              <a:defRPr sz="1600" b="0">
                <a:solidFill>
                  <a:srgbClr val="527084"/>
                </a:solidFill>
              </a:defRPr>
            </a:lvl6pPr>
            <a:lvl7pPr algn="l">
              <a:defRPr sz="1600" b="0">
                <a:solidFill>
                  <a:srgbClr val="527084"/>
                </a:solidFill>
              </a:defRPr>
            </a:lvl7pPr>
            <a:lvl8pPr algn="l">
              <a:defRPr sz="1600" b="0">
                <a:solidFill>
                  <a:srgbClr val="527084"/>
                </a:solidFill>
              </a:defRPr>
            </a:lvl8pPr>
            <a:lvl9pPr algn="l">
              <a:defRPr sz="16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27084"/>
                </a:solidFill>
              </a:defRPr>
            </a:pPr>
            <a:r>
              <a:rPr sz="1600" b="0">
                <a:solidFill>
                  <a:srgbClr val="527084"/>
                </a:solidFill>
              </a:rPr>
              <a:t>Apply eligible updates at the processing boundary.</a:t>
            </a:r>
          </a:p>
        </p:txBody>
      </p:sp>
      <p:sp>
        <p:nvSpPr>
          <p:cNvPr id="44" name="Template 9 object 44">
            <a:extLst xmlns:a="http://schemas.openxmlformats.org/drawingml/2006/main">
              <a:ext uri="{FF2B5EF4-FFF2-40B4-BE49-F238E27FC236}">
                <a16:creationId xmlns:a16="http://schemas.microsoft.com/office/drawing/2014/main" id="{91643A05-4EAB-4DBE-994F-52E9681C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43250"/>
            <a:ext cx="285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mplate 9 object 45">
            <a:extLst xmlns:a="http://schemas.openxmlformats.org/drawingml/2006/main">
              <a:ext uri="{FF2B5EF4-FFF2-40B4-BE49-F238E27FC236}">
                <a16:creationId xmlns:a16="http://schemas.microsoft.com/office/drawing/2014/main" id="{5789D1D5-71EA-45F3-BAEC-D970FB75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352800"/>
            <a:ext cx="557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Template 9 object 46">
            <a:extLst xmlns:a="http://schemas.openxmlformats.org/drawingml/2006/main">
              <a:ext uri="{FF2B5EF4-FFF2-40B4-BE49-F238E27FC236}">
                <a16:creationId xmlns:a16="http://schemas.microsoft.com/office/drawing/2014/main" id="{69BF5A39-7C4C-425D-A8B3-0A26D84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71850"/>
            <a:ext cx="381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Template 9 object 47">
            <a:extLst xmlns:a="http://schemas.openxmlformats.org/drawingml/2006/main">
              <a:ext uri="{FF2B5EF4-FFF2-40B4-BE49-F238E27FC236}">
                <a16:creationId xmlns:a16="http://schemas.microsoft.com/office/drawing/2014/main" id="{29F1EEDD-C156-4B76-819E-C0978880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00550"/>
            <a:ext cx="1905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mplate 9 object 48">
            <a:extLst xmlns:a="http://schemas.openxmlformats.org/drawingml/2006/main">
              <a:ext uri="{FF2B5EF4-FFF2-40B4-BE49-F238E27FC236}">
                <a16:creationId xmlns:a16="http://schemas.microsoft.com/office/drawing/2014/main" id="{AAC1061C-DD63-4518-9189-AFA63812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33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008A90"/>
                </a:solidFill>
                <a:latin typeface="Times New Roman"/>
                <a:ea typeface="Times New Roman"/>
                <a:cs typeface="Times New Roman"/>
              </a:rPr>
              <a:t>Active setting</a:t>
            </a:r>
          </a:p>
        </p:txBody>
      </p:sp>
    </p:spTree>
    <p:extLst>
      <p:ext uri="{BB962C8B-B14F-4D97-AF65-F5344CB8AC3E}">
        <p14:creationId xmlns:p14="http://schemas.microsoft.com/office/powerpoint/2010/main" val="1374793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10 object 16">
            <a:extLst xmlns:a="http://schemas.openxmlformats.org/drawingml/2006/main">
              <a:ext uri="{FF2B5EF4-FFF2-40B4-BE49-F238E27FC236}">
                <a16:creationId xmlns:a16="http://schemas.microsoft.com/office/drawing/2014/main" id="{20529399-DBCC-4EAE-A078-82E0FC5D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" name="Template 10 object 2">
            <a:extLst xmlns:a="http://schemas.openxmlformats.org/drawingml/2006/main">
              <a:ext uri="{FF2B5EF4-FFF2-40B4-BE49-F238E27FC236}">
                <a16:creationId xmlns:a16="http://schemas.microsoft.com/office/drawing/2014/main" id="{30F0B66C-465B-4292-B0B3-BDC8C163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[How work is distributed across parallel workers]</a:t>
            </a:r>
          </a:p>
        </p:txBody>
      </p:sp>
      <p:sp>
        <p:nvSpPr>
          <p:cNvPr id="15" name="Template 10 object 15">
            <a:extLst xmlns:a="http://schemas.openxmlformats.org/drawingml/2006/main">
              <a:ext uri="{FF2B5EF4-FFF2-40B4-BE49-F238E27FC236}">
                <a16:creationId xmlns:a16="http://schemas.microsoft.com/office/drawing/2014/main" id="{9A3077AD-E88F-468F-BF22-AE22CD59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[Explain what increases concurrency and what remains serial.]</a:t>
            </a:r>
          </a:p>
        </p:txBody>
      </p:sp>
      <p:sp>
        <p:nvSpPr>
          <p:cNvPr id="17" name="Template 10 object 17">
            <a:extLst xmlns:a="http://schemas.openxmlformats.org/drawingml/2006/main">
              <a:ext uri="{FF2B5EF4-FFF2-40B4-BE49-F238E27FC236}">
                <a16:creationId xmlns:a16="http://schemas.microsoft.com/office/drawing/2014/main" id="{7B71DB95-1968-46BF-8868-68123D4E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8" name="Template 10 object 18">
            <a:extLst xmlns:a="http://schemas.openxmlformats.org/drawingml/2006/main">
              <a:ext uri="{FF2B5EF4-FFF2-40B4-BE49-F238E27FC236}">
                <a16:creationId xmlns:a16="http://schemas.microsoft.com/office/drawing/2014/main" id="{9FD563F3-BA16-405E-A8BC-CB67970A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19" name="Template 10 object 19">
            <a:extLst xmlns:a="http://schemas.openxmlformats.org/drawingml/2006/main">
              <a:ext uri="{FF2B5EF4-FFF2-40B4-BE49-F238E27FC236}">
                <a16:creationId xmlns:a16="http://schemas.microsoft.com/office/drawing/2014/main" id="{AE02045E-795A-40B0-868E-143858FB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[Each worker handles one independent unit of work.]</a:t>
            </a:r>
          </a:p>
        </p:txBody>
      </p:sp>
      <p:sp>
        <p:nvSpPr>
          <p:cNvPr id="20" name="Template 10 object 20">
            <a:extLst xmlns:a="http://schemas.openxmlformats.org/drawingml/2006/main">
              <a:ext uri="{FF2B5EF4-FFF2-40B4-BE49-F238E27FC236}">
                <a16:creationId xmlns:a16="http://schemas.microsoft.com/office/drawing/2014/main" id="{E65AA43F-D54B-434F-82EF-3A08B9FC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7642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527084"/>
                </a:solidFill>
              </a:defRPr>
            </a:defPPr>
            <a:lvl1pPr algn="l">
              <a:defRPr sz="1600" b="1">
                <a:solidFill>
                  <a:srgbClr val="527084"/>
                </a:solidFill>
              </a:defRPr>
            </a:lvl1pPr>
            <a:lvl2pPr algn="l">
              <a:defRPr sz="1600" b="1">
                <a:solidFill>
                  <a:srgbClr val="527084"/>
                </a:solidFill>
              </a:defRPr>
            </a:lvl2pPr>
            <a:lvl3pPr algn="l">
              <a:defRPr sz="1600" b="1">
                <a:solidFill>
                  <a:srgbClr val="527084"/>
                </a:solidFill>
              </a:defRPr>
            </a:lvl3pPr>
            <a:lvl4pPr algn="l">
              <a:defRPr sz="1600" b="1">
                <a:solidFill>
                  <a:srgbClr val="527084"/>
                </a:solidFill>
              </a:defRPr>
            </a:lvl4pPr>
            <a:lvl5pPr algn="l">
              <a:defRPr sz="1600" b="1">
                <a:solidFill>
                  <a:srgbClr val="527084"/>
                </a:solidFill>
              </a:defRPr>
            </a:lvl5pPr>
            <a:lvl6pPr algn="l">
              <a:defRPr sz="1600" b="1">
                <a:solidFill>
                  <a:srgbClr val="527084"/>
                </a:solidFill>
              </a:defRPr>
            </a:lvl6pPr>
            <a:lvl7pPr algn="l">
              <a:defRPr sz="1600" b="1">
                <a:solidFill>
                  <a:srgbClr val="527084"/>
                </a:solidFill>
              </a:defRPr>
            </a:lvl7pPr>
            <a:lvl8pPr algn="l">
              <a:defRPr sz="1600" b="1">
                <a:solidFill>
                  <a:srgbClr val="527084"/>
                </a:solidFill>
              </a:defRPr>
            </a:lvl8pPr>
            <a:lvl9pPr algn="l">
              <a:defRPr sz="1600" b="1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527084"/>
                </a:solidFill>
              </a:defRPr>
            </a:pPr>
            <a:r>
              <a:rPr sz="1600" b="1">
                <a:solidFill>
                  <a:srgbClr val="527084"/>
                </a:solidFill>
              </a:rPr>
              <a:t>Work items</a:t>
            </a:r>
          </a:p>
        </p:txBody>
      </p:sp>
      <p:sp>
        <p:nvSpPr>
          <p:cNvPr id="21" name="Template 10 object 21">
            <a:extLst xmlns:a="http://schemas.openxmlformats.org/drawingml/2006/main">
              <a:ext uri="{FF2B5EF4-FFF2-40B4-BE49-F238E27FC236}">
                <a16:creationId xmlns:a16="http://schemas.microsoft.com/office/drawing/2014/main" id="{E64F7CE1-5728-4229-8003-64B0795C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23622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70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mplate 10 object 22">
            <a:extLst xmlns:a="http://schemas.openxmlformats.org/drawingml/2006/main">
              <a:ext uri="{FF2B5EF4-FFF2-40B4-BE49-F238E27FC236}">
                <a16:creationId xmlns:a16="http://schemas.microsoft.com/office/drawing/2014/main" id="{E30DBA35-61B5-4D81-B45E-85056EE5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305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0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mplate 10 object 23">
            <a:extLst xmlns:a="http://schemas.openxmlformats.org/drawingml/2006/main">
              <a:ext uri="{FF2B5EF4-FFF2-40B4-BE49-F238E27FC236}">
                <a16:creationId xmlns:a16="http://schemas.microsoft.com/office/drawing/2014/main" id="{AC3C458A-174F-4B43-8760-5FCB913D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527084"/>
                </a:solidFill>
              </a:defRPr>
            </a:defPPr>
            <a:lvl1pPr algn="l">
              <a:defRPr sz="1600" b="1">
                <a:solidFill>
                  <a:srgbClr val="527084"/>
                </a:solidFill>
              </a:defRPr>
            </a:lvl1pPr>
            <a:lvl2pPr algn="l">
              <a:defRPr sz="1600" b="1">
                <a:solidFill>
                  <a:srgbClr val="527084"/>
                </a:solidFill>
              </a:defRPr>
            </a:lvl2pPr>
            <a:lvl3pPr algn="l">
              <a:defRPr sz="1600" b="1">
                <a:solidFill>
                  <a:srgbClr val="527084"/>
                </a:solidFill>
              </a:defRPr>
            </a:lvl3pPr>
            <a:lvl4pPr algn="l">
              <a:defRPr sz="1600" b="1">
                <a:solidFill>
                  <a:srgbClr val="527084"/>
                </a:solidFill>
              </a:defRPr>
            </a:lvl4pPr>
            <a:lvl5pPr algn="l">
              <a:defRPr sz="1600" b="1">
                <a:solidFill>
                  <a:srgbClr val="527084"/>
                </a:solidFill>
              </a:defRPr>
            </a:lvl5pPr>
            <a:lvl6pPr algn="l">
              <a:defRPr sz="1600" b="1">
                <a:solidFill>
                  <a:srgbClr val="527084"/>
                </a:solidFill>
              </a:defRPr>
            </a:lvl6pPr>
            <a:lvl7pPr algn="l">
              <a:defRPr sz="1600" b="1">
                <a:solidFill>
                  <a:srgbClr val="527084"/>
                </a:solidFill>
              </a:defRPr>
            </a:lvl7pPr>
            <a:lvl8pPr algn="l">
              <a:defRPr sz="1600" b="1">
                <a:solidFill>
                  <a:srgbClr val="527084"/>
                </a:solidFill>
              </a:defRPr>
            </a:lvl8pPr>
            <a:lvl9pPr algn="l">
              <a:defRPr sz="1600" b="1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527084"/>
                </a:solidFill>
              </a:defRPr>
            </a:pPr>
            <a:r>
              <a:rPr sz="1600" b="1">
                <a:solidFill>
                  <a:srgbClr val="527084"/>
                </a:solidFill>
              </a:rPr>
              <a:t>Work</a:t>
            </a:r>
          </a:p>
          <a:p xmlns:a="http://schemas.openxmlformats.org/drawingml/2006/main">
            <a:pPr algn="l">
              <a:buNone/>
              <a:defRPr sz="1600" b="1">
                <a:solidFill>
                  <a:srgbClr val="527084"/>
                </a:solidFill>
              </a:defRPr>
            </a:pPr>
            <a:r>
              <a:rPr sz="1600" b="1">
                <a:solidFill>
                  <a:srgbClr val="527084"/>
                </a:solidFill>
              </a:rPr>
              <a:t>groups</a:t>
            </a:r>
          </a:p>
        </p:txBody>
      </p:sp>
      <p:sp>
        <p:nvSpPr>
          <p:cNvPr id="24" name="Template 10 object 24">
            <a:extLst xmlns:a="http://schemas.openxmlformats.org/drawingml/2006/main">
              <a:ext uri="{FF2B5EF4-FFF2-40B4-BE49-F238E27FC236}">
                <a16:creationId xmlns:a16="http://schemas.microsoft.com/office/drawing/2014/main" id="{DA8CFE7C-B47D-433D-A70C-529600D8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86100"/>
            <a:ext cx="171450" cy="790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70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mplate 10 object 25">
            <a:extLst xmlns:a="http://schemas.openxmlformats.org/drawingml/2006/main">
              <a:ext uri="{FF2B5EF4-FFF2-40B4-BE49-F238E27FC236}">
                <a16:creationId xmlns:a16="http://schemas.microsoft.com/office/drawing/2014/main" id="{3A3E167D-5512-4C12-95CF-88BB7A90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3" y="3086100"/>
            <a:ext cx="85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0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mplate 10 object 26">
            <a:extLst xmlns:a="http://schemas.openxmlformats.org/drawingml/2006/main">
              <a:ext uri="{FF2B5EF4-FFF2-40B4-BE49-F238E27FC236}">
                <a16:creationId xmlns:a16="http://schemas.microsoft.com/office/drawing/2014/main" id="{5D5D2328-0CBC-4D94-8C22-EF36398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86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27" name="Template 10 object 27">
            <a:extLst xmlns:a="http://schemas.openxmlformats.org/drawingml/2006/main">
              <a:ext uri="{FF2B5EF4-FFF2-40B4-BE49-F238E27FC236}">
                <a16:creationId xmlns:a16="http://schemas.microsoft.com/office/drawing/2014/main" id="{455EC0AA-28EB-4BE8-BBA8-D4371174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28" name="Template 10 object 28">
            <a:extLst xmlns:a="http://schemas.openxmlformats.org/drawingml/2006/main">
              <a:ext uri="{FF2B5EF4-FFF2-40B4-BE49-F238E27FC236}">
                <a16:creationId xmlns:a16="http://schemas.microsoft.com/office/drawing/2014/main" id="{CFC9C686-3E47-44DD-AA0D-0C02596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29" name="Template 10 object 29">
            <a:extLst xmlns:a="http://schemas.openxmlformats.org/drawingml/2006/main">
              <a:ext uri="{FF2B5EF4-FFF2-40B4-BE49-F238E27FC236}">
                <a16:creationId xmlns:a16="http://schemas.microsoft.com/office/drawing/2014/main" id="{C79F6552-7FC6-4A44-B4BE-EB910E7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9525">
            <a:solidFill>
              <a:srgbClr val="008A9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</a:defRPr>
            </a:defPPr>
            <a:lvl1pPr algn="ctr">
              <a:defRPr sz="1600" b="1">
                <a:solidFill>
                  <a:srgbClr val="FFFFFF"/>
                </a:solidFill>
              </a:defRPr>
            </a:lvl1pPr>
            <a:lvl2pPr algn="ctr">
              <a:defRPr sz="1600" b="1">
                <a:solidFill>
                  <a:srgbClr val="FFFFFF"/>
                </a:solidFill>
              </a:defRPr>
            </a:lvl2pPr>
            <a:lvl3pPr algn="ctr">
              <a:defRPr sz="1600" b="1">
                <a:solidFill>
                  <a:srgbClr val="FFFFFF"/>
                </a:solidFill>
              </a:defRPr>
            </a:lvl3pPr>
            <a:lvl4pPr algn="ctr">
              <a:defRPr sz="1600" b="1">
                <a:solidFill>
                  <a:srgbClr val="FFFFFF"/>
                </a:solidFill>
              </a:defRPr>
            </a:lvl4pPr>
            <a:lvl5pPr algn="ctr">
              <a:defRPr sz="1600" b="1">
                <a:solidFill>
                  <a:srgbClr val="FFFFFF"/>
                </a:solidFill>
              </a:defRPr>
            </a:lvl5pPr>
            <a:lvl6pPr algn="ctr">
              <a:defRPr sz="1600" b="1">
                <a:solidFill>
                  <a:srgbClr val="FFFFFF"/>
                </a:solidFill>
              </a:defRPr>
            </a:lvl6pPr>
            <a:lvl7pPr algn="ctr">
              <a:defRPr sz="1600" b="1">
                <a:solidFill>
                  <a:srgbClr val="FFFFFF"/>
                </a:solidFill>
              </a:defRPr>
            </a:lvl7pPr>
            <a:lvl8pPr algn="ctr">
              <a:defRPr sz="1600" b="1">
                <a:solidFill>
                  <a:srgbClr val="FFFFFF"/>
                </a:solidFill>
              </a:defRPr>
            </a:lvl8pPr>
            <a:lvl9pPr algn="ctr">
              <a:defRPr sz="1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Worker</a:t>
            </a:r>
          </a:p>
        </p:txBody>
      </p:sp>
      <p:sp>
        <p:nvSpPr>
          <p:cNvPr id="30" name="Template 10 object 30">
            <a:extLst xmlns:a="http://schemas.openxmlformats.org/drawingml/2006/main">
              <a:ext uri="{FF2B5EF4-FFF2-40B4-BE49-F238E27FC236}">
                <a16:creationId xmlns:a16="http://schemas.microsoft.com/office/drawing/2014/main" id="{B199AFF6-1016-479E-85B3-466FF88D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57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31" name="Template 10 object 31">
            <a:extLst xmlns:a="http://schemas.openxmlformats.org/drawingml/2006/main">
              <a:ext uri="{FF2B5EF4-FFF2-40B4-BE49-F238E27FC236}">
                <a16:creationId xmlns:a16="http://schemas.microsoft.com/office/drawing/2014/main" id="{606C5240-66EB-44AC-888C-9DF62C79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32" name="Template 10 object 32">
            <a:extLst xmlns:a="http://schemas.openxmlformats.org/drawingml/2006/main">
              <a:ext uri="{FF2B5EF4-FFF2-40B4-BE49-F238E27FC236}">
                <a16:creationId xmlns:a16="http://schemas.microsoft.com/office/drawing/2014/main" id="{B7706D24-867B-4D58-A012-F8B11D26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33" name="Template 10 object 33">
            <a:extLst xmlns:a="http://schemas.openxmlformats.org/drawingml/2006/main">
              <a:ext uri="{FF2B5EF4-FFF2-40B4-BE49-F238E27FC236}">
                <a16:creationId xmlns:a16="http://schemas.microsoft.com/office/drawing/2014/main" id="{6A18CBFA-208B-46AB-8F21-35D385F2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34" name="Template 10 object 34">
            <a:extLst xmlns:a="http://schemas.openxmlformats.org/drawingml/2006/main">
              <a:ext uri="{FF2B5EF4-FFF2-40B4-BE49-F238E27FC236}">
                <a16:creationId xmlns:a16="http://schemas.microsoft.com/office/drawing/2014/main" id="{67E22113-42A4-4450-9100-B86CCCE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35" name="Template 10 object 35">
            <a:extLst xmlns:a="http://schemas.openxmlformats.org/drawingml/2006/main">
              <a:ext uri="{FF2B5EF4-FFF2-40B4-BE49-F238E27FC236}">
                <a16:creationId xmlns:a16="http://schemas.microsoft.com/office/drawing/2014/main" id="{7D09DB50-11B1-4BC2-9D20-70F13F90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36" name="Template 10 object 36">
            <a:extLst xmlns:a="http://schemas.openxmlformats.org/drawingml/2006/main">
              <a:ext uri="{FF2B5EF4-FFF2-40B4-BE49-F238E27FC236}">
                <a16:creationId xmlns:a16="http://schemas.microsoft.com/office/drawing/2014/main" id="{09417D3C-58CC-4F94-8313-71B2CCA0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37" name="Template 10 object 37">
            <a:extLst xmlns:a="http://schemas.openxmlformats.org/drawingml/2006/main">
              <a:ext uri="{FF2B5EF4-FFF2-40B4-BE49-F238E27FC236}">
                <a16:creationId xmlns:a16="http://schemas.microsoft.com/office/drawing/2014/main" id="{870E66C2-A349-4AC1-B54E-192E5F44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Worker</a:t>
            </a:r>
          </a:p>
        </p:txBody>
      </p:sp>
      <p:sp>
        <p:nvSpPr>
          <p:cNvPr id="38" name="Template 10 object 38">
            <a:extLst xmlns:a="http://schemas.openxmlformats.org/drawingml/2006/main">
              <a:ext uri="{FF2B5EF4-FFF2-40B4-BE49-F238E27FC236}">
                <a16:creationId xmlns:a16="http://schemas.microsoft.com/office/drawing/2014/main" id="{D98DDC47-9054-4248-9B0A-9387FC96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86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0">
                <a:solidFill>
                  <a:srgbClr val="527084"/>
                </a:solidFill>
              </a:defRPr>
            </a:defPPr>
            <a:lvl1pPr algn="ctr">
              <a:defRPr sz="3200" b="0">
                <a:solidFill>
                  <a:srgbClr val="527084"/>
                </a:solidFill>
              </a:defRPr>
            </a:lvl1pPr>
            <a:lvl2pPr algn="ctr">
              <a:defRPr sz="3200" b="0">
                <a:solidFill>
                  <a:srgbClr val="527084"/>
                </a:solidFill>
              </a:defRPr>
            </a:lvl2pPr>
            <a:lvl3pPr algn="ctr">
              <a:defRPr sz="3200" b="0">
                <a:solidFill>
                  <a:srgbClr val="527084"/>
                </a:solidFill>
              </a:defRPr>
            </a:lvl3pPr>
            <a:lvl4pPr algn="ctr">
              <a:defRPr sz="3200" b="0">
                <a:solidFill>
                  <a:srgbClr val="527084"/>
                </a:solidFill>
              </a:defRPr>
            </a:lvl4pPr>
            <a:lvl5pPr algn="ctr">
              <a:defRPr sz="3200" b="0">
                <a:solidFill>
                  <a:srgbClr val="527084"/>
                </a:solidFill>
              </a:defRPr>
            </a:lvl5pPr>
            <a:lvl6pPr algn="ctr">
              <a:defRPr sz="3200" b="0">
                <a:solidFill>
                  <a:srgbClr val="527084"/>
                </a:solidFill>
              </a:defRPr>
            </a:lvl6pPr>
            <a:lvl7pPr algn="ctr">
              <a:defRPr sz="3200" b="0">
                <a:solidFill>
                  <a:srgbClr val="527084"/>
                </a:solidFill>
              </a:defRPr>
            </a:lvl7pPr>
            <a:lvl8pPr algn="ctr">
              <a:defRPr sz="3200" b="0">
                <a:solidFill>
                  <a:srgbClr val="527084"/>
                </a:solidFill>
              </a:defRPr>
            </a:lvl8pPr>
            <a:lvl9pPr algn="ctr">
              <a:defRPr sz="32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0">
                <a:solidFill>
                  <a:srgbClr val="527084"/>
                </a:solidFill>
              </a:defRPr>
            </a:pPr>
            <a:r>
              <a:rPr sz="3200" b="0">
                <a:solidFill>
                  <a:srgbClr val="527084"/>
                </a:solidFill>
              </a:rPr>
              <a:t>…</a:t>
            </a:r>
          </a:p>
        </p:txBody>
      </p:sp>
      <p:sp>
        <p:nvSpPr>
          <p:cNvPr id="39" name="Template 10 object 39">
            <a:extLst xmlns:a="http://schemas.openxmlformats.org/drawingml/2006/main">
              <a:ext uri="{FF2B5EF4-FFF2-40B4-BE49-F238E27FC236}">
                <a16:creationId xmlns:a16="http://schemas.microsoft.com/office/drawing/2014/main" id="{FC4A03BE-C9D6-421B-A6B2-80E6F669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0">
                <a:solidFill>
                  <a:srgbClr val="527084"/>
                </a:solidFill>
              </a:defRPr>
            </a:defPPr>
            <a:lvl1pPr algn="ctr">
              <a:defRPr sz="3200" b="0">
                <a:solidFill>
                  <a:srgbClr val="527084"/>
                </a:solidFill>
              </a:defRPr>
            </a:lvl1pPr>
            <a:lvl2pPr algn="ctr">
              <a:defRPr sz="3200" b="0">
                <a:solidFill>
                  <a:srgbClr val="527084"/>
                </a:solidFill>
              </a:defRPr>
            </a:lvl2pPr>
            <a:lvl3pPr algn="ctr">
              <a:defRPr sz="3200" b="0">
                <a:solidFill>
                  <a:srgbClr val="527084"/>
                </a:solidFill>
              </a:defRPr>
            </a:lvl3pPr>
            <a:lvl4pPr algn="ctr">
              <a:defRPr sz="3200" b="0">
                <a:solidFill>
                  <a:srgbClr val="527084"/>
                </a:solidFill>
              </a:defRPr>
            </a:lvl4pPr>
            <a:lvl5pPr algn="ctr">
              <a:defRPr sz="3200" b="0">
                <a:solidFill>
                  <a:srgbClr val="527084"/>
                </a:solidFill>
              </a:defRPr>
            </a:lvl5pPr>
            <a:lvl6pPr algn="ctr">
              <a:defRPr sz="3200" b="0">
                <a:solidFill>
                  <a:srgbClr val="527084"/>
                </a:solidFill>
              </a:defRPr>
            </a:lvl6pPr>
            <a:lvl7pPr algn="ctr">
              <a:defRPr sz="3200" b="0">
                <a:solidFill>
                  <a:srgbClr val="527084"/>
                </a:solidFill>
              </a:defRPr>
            </a:lvl7pPr>
            <a:lvl8pPr algn="ctr">
              <a:defRPr sz="3200" b="0">
                <a:solidFill>
                  <a:srgbClr val="527084"/>
                </a:solidFill>
              </a:defRPr>
            </a:lvl8pPr>
            <a:lvl9pPr algn="ctr">
              <a:defRPr sz="32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0">
                <a:solidFill>
                  <a:srgbClr val="527084"/>
                </a:solidFill>
              </a:defRPr>
            </a:pPr>
            <a:r>
              <a:rPr sz="3200" b="0">
                <a:solidFill>
                  <a:srgbClr val="527084"/>
                </a:solidFill>
              </a:rPr>
              <a:t>…</a:t>
            </a:r>
          </a:p>
        </p:txBody>
      </p:sp>
      <p:sp>
        <p:nvSpPr>
          <p:cNvPr id="40" name="Template 10 object 40">
            <a:extLst xmlns:a="http://schemas.openxmlformats.org/drawingml/2006/main">
              <a:ext uri="{FF2B5EF4-FFF2-40B4-BE49-F238E27FC236}">
                <a16:creationId xmlns:a16="http://schemas.microsoft.com/office/drawing/2014/main" id="{2A678DC0-ECF2-42F5-A504-41663380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29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0">
                <a:solidFill>
                  <a:srgbClr val="527084"/>
                </a:solidFill>
              </a:defRPr>
            </a:defPPr>
            <a:lvl1pPr algn="ctr">
              <a:defRPr sz="3200" b="0">
                <a:solidFill>
                  <a:srgbClr val="527084"/>
                </a:solidFill>
              </a:defRPr>
            </a:lvl1pPr>
            <a:lvl2pPr algn="ctr">
              <a:defRPr sz="3200" b="0">
                <a:solidFill>
                  <a:srgbClr val="527084"/>
                </a:solidFill>
              </a:defRPr>
            </a:lvl2pPr>
            <a:lvl3pPr algn="ctr">
              <a:defRPr sz="3200" b="0">
                <a:solidFill>
                  <a:srgbClr val="527084"/>
                </a:solidFill>
              </a:defRPr>
            </a:lvl3pPr>
            <a:lvl4pPr algn="ctr">
              <a:defRPr sz="3200" b="0">
                <a:solidFill>
                  <a:srgbClr val="527084"/>
                </a:solidFill>
              </a:defRPr>
            </a:lvl4pPr>
            <a:lvl5pPr algn="ctr">
              <a:defRPr sz="3200" b="0">
                <a:solidFill>
                  <a:srgbClr val="527084"/>
                </a:solidFill>
              </a:defRPr>
            </a:lvl5pPr>
            <a:lvl6pPr algn="ctr">
              <a:defRPr sz="3200" b="0">
                <a:solidFill>
                  <a:srgbClr val="527084"/>
                </a:solidFill>
              </a:defRPr>
            </a:lvl6pPr>
            <a:lvl7pPr algn="ctr">
              <a:defRPr sz="3200" b="0">
                <a:solidFill>
                  <a:srgbClr val="527084"/>
                </a:solidFill>
              </a:defRPr>
            </a:lvl7pPr>
            <a:lvl8pPr algn="ctr">
              <a:defRPr sz="3200" b="0">
                <a:solidFill>
                  <a:srgbClr val="527084"/>
                </a:solidFill>
              </a:defRPr>
            </a:lvl8pPr>
            <a:lvl9pPr algn="ctr">
              <a:defRPr sz="32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0">
                <a:solidFill>
                  <a:srgbClr val="527084"/>
                </a:solidFill>
              </a:defRPr>
            </a:pPr>
            <a:r>
              <a:rPr sz="3200" b="0">
                <a:solidFill>
                  <a:srgbClr val="527084"/>
                </a:solidFill>
              </a:rPr>
              <a:t>…</a:t>
            </a:r>
          </a:p>
        </p:txBody>
      </p:sp>
      <p:sp>
        <p:nvSpPr>
          <p:cNvPr id="41" name="Template 10 object 41">
            <a:extLst xmlns:a="http://schemas.openxmlformats.org/drawingml/2006/main">
              <a:ext uri="{FF2B5EF4-FFF2-40B4-BE49-F238E27FC236}">
                <a16:creationId xmlns:a16="http://schemas.microsoft.com/office/drawing/2014/main" id="{8BDEB6D0-EF46-40A4-953F-31DDC7EA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95725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0">
                <a:solidFill>
                  <a:srgbClr val="527084"/>
                </a:solidFill>
              </a:defRPr>
            </a:defPPr>
            <a:lvl1pPr algn="ctr">
              <a:defRPr sz="2000" b="0">
                <a:solidFill>
                  <a:srgbClr val="527084"/>
                </a:solidFill>
              </a:defRPr>
            </a:lvl1pPr>
            <a:lvl2pPr algn="ctr">
              <a:defRPr sz="2000" b="0">
                <a:solidFill>
                  <a:srgbClr val="527084"/>
                </a:solidFill>
              </a:defRPr>
            </a:lvl2pPr>
            <a:lvl3pPr algn="ctr">
              <a:defRPr sz="2000" b="0">
                <a:solidFill>
                  <a:srgbClr val="527084"/>
                </a:solidFill>
              </a:defRPr>
            </a:lvl3pPr>
            <a:lvl4pPr algn="ctr">
              <a:defRPr sz="2000" b="0">
                <a:solidFill>
                  <a:srgbClr val="527084"/>
                </a:solidFill>
              </a:defRPr>
            </a:lvl4pPr>
            <a:lvl5pPr algn="ctr">
              <a:defRPr sz="2000" b="0">
                <a:solidFill>
                  <a:srgbClr val="527084"/>
                </a:solidFill>
              </a:defRPr>
            </a:lvl5pPr>
            <a:lvl6pPr algn="ctr">
              <a:defRPr sz="2000" b="0">
                <a:solidFill>
                  <a:srgbClr val="527084"/>
                </a:solidFill>
              </a:defRPr>
            </a:lvl6pPr>
            <a:lvl7pPr algn="ctr">
              <a:defRPr sz="2000" b="0">
                <a:solidFill>
                  <a:srgbClr val="527084"/>
                </a:solidFill>
              </a:defRPr>
            </a:lvl7pPr>
            <a:lvl8pPr algn="ctr">
              <a:defRPr sz="2000" b="0">
                <a:solidFill>
                  <a:srgbClr val="527084"/>
                </a:solidFill>
              </a:defRPr>
            </a:lvl8pPr>
            <a:lvl9pPr algn="ctr">
              <a:defRPr sz="20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527084"/>
                </a:solidFill>
              </a:defRPr>
            </a:pPr>
            <a:r>
              <a:rPr sz="2000" b="0">
                <a:solidFill>
                  <a:srgbClr val="527084"/>
                </a:solidFill>
              </a:rPr>
              <a:t>⋮</a:t>
            </a:r>
          </a:p>
        </p:txBody>
      </p:sp>
      <p:sp>
        <p:nvSpPr>
          <p:cNvPr id="42" name="Template 10 object 42">
            <a:extLst xmlns:a="http://schemas.openxmlformats.org/drawingml/2006/main">
              <a:ext uri="{FF2B5EF4-FFF2-40B4-BE49-F238E27FC236}">
                <a16:creationId xmlns:a16="http://schemas.microsoft.com/office/drawing/2014/main" id="{DAEA02DF-0939-4B08-A678-313D1DFB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95725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0">
                <a:solidFill>
                  <a:srgbClr val="527084"/>
                </a:solidFill>
              </a:defRPr>
            </a:defPPr>
            <a:lvl1pPr algn="ctr">
              <a:defRPr sz="2000" b="0">
                <a:solidFill>
                  <a:srgbClr val="527084"/>
                </a:solidFill>
              </a:defRPr>
            </a:lvl1pPr>
            <a:lvl2pPr algn="ctr">
              <a:defRPr sz="2000" b="0">
                <a:solidFill>
                  <a:srgbClr val="527084"/>
                </a:solidFill>
              </a:defRPr>
            </a:lvl2pPr>
            <a:lvl3pPr algn="ctr">
              <a:defRPr sz="2000" b="0">
                <a:solidFill>
                  <a:srgbClr val="527084"/>
                </a:solidFill>
              </a:defRPr>
            </a:lvl3pPr>
            <a:lvl4pPr algn="ctr">
              <a:defRPr sz="2000" b="0">
                <a:solidFill>
                  <a:srgbClr val="527084"/>
                </a:solidFill>
              </a:defRPr>
            </a:lvl4pPr>
            <a:lvl5pPr algn="ctr">
              <a:defRPr sz="2000" b="0">
                <a:solidFill>
                  <a:srgbClr val="527084"/>
                </a:solidFill>
              </a:defRPr>
            </a:lvl5pPr>
            <a:lvl6pPr algn="ctr">
              <a:defRPr sz="2000" b="0">
                <a:solidFill>
                  <a:srgbClr val="527084"/>
                </a:solidFill>
              </a:defRPr>
            </a:lvl6pPr>
            <a:lvl7pPr algn="ctr">
              <a:defRPr sz="2000" b="0">
                <a:solidFill>
                  <a:srgbClr val="527084"/>
                </a:solidFill>
              </a:defRPr>
            </a:lvl7pPr>
            <a:lvl8pPr algn="ctr">
              <a:defRPr sz="2000" b="0">
                <a:solidFill>
                  <a:srgbClr val="527084"/>
                </a:solidFill>
              </a:defRPr>
            </a:lvl8pPr>
            <a:lvl9pPr algn="ctr">
              <a:defRPr sz="20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527084"/>
                </a:solidFill>
              </a:defRPr>
            </a:pPr>
            <a:r>
              <a:rPr sz="2000" b="0">
                <a:solidFill>
                  <a:srgbClr val="527084"/>
                </a:solidFill>
              </a:rPr>
              <a:t>⋮</a:t>
            </a:r>
          </a:p>
        </p:txBody>
      </p:sp>
      <p:sp>
        <p:nvSpPr>
          <p:cNvPr id="43" name="Template 10 object 43">
            <a:extLst xmlns:a="http://schemas.openxmlformats.org/drawingml/2006/main">
              <a:ext uri="{FF2B5EF4-FFF2-40B4-BE49-F238E27FC236}">
                <a16:creationId xmlns:a16="http://schemas.microsoft.com/office/drawing/2014/main" id="{F39A41C9-E210-4137-841B-482EA3B0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95725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0">
                <a:solidFill>
                  <a:srgbClr val="527084"/>
                </a:solidFill>
              </a:defRPr>
            </a:defPPr>
            <a:lvl1pPr algn="ctr">
              <a:defRPr sz="2000" b="0">
                <a:solidFill>
                  <a:srgbClr val="527084"/>
                </a:solidFill>
              </a:defRPr>
            </a:lvl1pPr>
            <a:lvl2pPr algn="ctr">
              <a:defRPr sz="2000" b="0">
                <a:solidFill>
                  <a:srgbClr val="527084"/>
                </a:solidFill>
              </a:defRPr>
            </a:lvl2pPr>
            <a:lvl3pPr algn="ctr">
              <a:defRPr sz="2000" b="0">
                <a:solidFill>
                  <a:srgbClr val="527084"/>
                </a:solidFill>
              </a:defRPr>
            </a:lvl3pPr>
            <a:lvl4pPr algn="ctr">
              <a:defRPr sz="2000" b="0">
                <a:solidFill>
                  <a:srgbClr val="527084"/>
                </a:solidFill>
              </a:defRPr>
            </a:lvl4pPr>
            <a:lvl5pPr algn="ctr">
              <a:defRPr sz="2000" b="0">
                <a:solidFill>
                  <a:srgbClr val="527084"/>
                </a:solidFill>
              </a:defRPr>
            </a:lvl5pPr>
            <a:lvl6pPr algn="ctr">
              <a:defRPr sz="2000" b="0">
                <a:solidFill>
                  <a:srgbClr val="527084"/>
                </a:solidFill>
              </a:defRPr>
            </a:lvl6pPr>
            <a:lvl7pPr algn="ctr">
              <a:defRPr sz="2000" b="0">
                <a:solidFill>
                  <a:srgbClr val="527084"/>
                </a:solidFill>
              </a:defRPr>
            </a:lvl7pPr>
            <a:lvl8pPr algn="ctr">
              <a:defRPr sz="2000" b="0">
                <a:solidFill>
                  <a:srgbClr val="527084"/>
                </a:solidFill>
              </a:defRPr>
            </a:lvl8pPr>
            <a:lvl9pPr algn="ctr">
              <a:defRPr sz="20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527084"/>
                </a:solidFill>
              </a:defRPr>
            </a:pPr>
            <a:r>
              <a:rPr sz="2000" b="0">
                <a:solidFill>
                  <a:srgbClr val="527084"/>
                </a:solidFill>
              </a:rPr>
              <a:t>⋮</a:t>
            </a:r>
          </a:p>
        </p:txBody>
      </p:sp>
      <p:sp>
        <p:nvSpPr>
          <p:cNvPr id="44" name="Template 10 object 44">
            <a:extLst xmlns:a="http://schemas.openxmlformats.org/drawingml/2006/main">
              <a:ext uri="{FF2B5EF4-FFF2-40B4-BE49-F238E27FC236}">
                <a16:creationId xmlns:a16="http://schemas.microsoft.com/office/drawing/2014/main" id="{CF0455AC-60FC-469B-A7D9-658B1EA9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95725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0">
                <a:solidFill>
                  <a:srgbClr val="527084"/>
                </a:solidFill>
              </a:defRPr>
            </a:defPPr>
            <a:lvl1pPr algn="ctr">
              <a:defRPr sz="2000" b="0">
                <a:solidFill>
                  <a:srgbClr val="527084"/>
                </a:solidFill>
              </a:defRPr>
            </a:lvl1pPr>
            <a:lvl2pPr algn="ctr">
              <a:defRPr sz="2000" b="0">
                <a:solidFill>
                  <a:srgbClr val="527084"/>
                </a:solidFill>
              </a:defRPr>
            </a:lvl2pPr>
            <a:lvl3pPr algn="ctr">
              <a:defRPr sz="2000" b="0">
                <a:solidFill>
                  <a:srgbClr val="527084"/>
                </a:solidFill>
              </a:defRPr>
            </a:lvl3pPr>
            <a:lvl4pPr algn="ctr">
              <a:defRPr sz="2000" b="0">
                <a:solidFill>
                  <a:srgbClr val="527084"/>
                </a:solidFill>
              </a:defRPr>
            </a:lvl4pPr>
            <a:lvl5pPr algn="ctr">
              <a:defRPr sz="2000" b="0">
                <a:solidFill>
                  <a:srgbClr val="527084"/>
                </a:solidFill>
              </a:defRPr>
            </a:lvl5pPr>
            <a:lvl6pPr algn="ctr">
              <a:defRPr sz="2000" b="0">
                <a:solidFill>
                  <a:srgbClr val="527084"/>
                </a:solidFill>
              </a:defRPr>
            </a:lvl6pPr>
            <a:lvl7pPr algn="ctr">
              <a:defRPr sz="2000" b="0">
                <a:solidFill>
                  <a:srgbClr val="527084"/>
                </a:solidFill>
              </a:defRPr>
            </a:lvl7pPr>
            <a:lvl8pPr algn="ctr">
              <a:defRPr sz="2000" b="0">
                <a:solidFill>
                  <a:srgbClr val="527084"/>
                </a:solidFill>
              </a:defRPr>
            </a:lvl8pPr>
            <a:lvl9pPr algn="ctr">
              <a:defRPr sz="20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527084"/>
                </a:solidFill>
              </a:defRPr>
            </a:pPr>
            <a:r>
              <a:rPr sz="2000" b="0">
                <a:solidFill>
                  <a:srgbClr val="527084"/>
                </a:solidFill>
              </a:rPr>
              <a:t>⋮</a:t>
            </a:r>
          </a:p>
        </p:txBody>
      </p:sp>
      <p:sp>
        <p:nvSpPr>
          <p:cNvPr id="45" name="Template 10 object 45">
            <a:extLst xmlns:a="http://schemas.openxmlformats.org/drawingml/2006/main">
              <a:ext uri="{FF2B5EF4-FFF2-40B4-BE49-F238E27FC236}">
                <a16:creationId xmlns:a16="http://schemas.microsoft.com/office/drawing/2014/main" id="{EE61F60F-BBF0-4707-9F48-3385BAF5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86025"/>
            <a:ext cx="1009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Template 10 object 46">
            <a:extLst xmlns:a="http://schemas.openxmlformats.org/drawingml/2006/main">
              <a:ext uri="{FF2B5EF4-FFF2-40B4-BE49-F238E27FC236}">
                <a16:creationId xmlns:a16="http://schemas.microsoft.com/office/drawing/2014/main" id="{5CF7994D-6F47-4366-A106-8A362A97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448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Template 10 object 47">
            <a:extLst xmlns:a="http://schemas.openxmlformats.org/drawingml/2006/main">
              <a:ext uri="{FF2B5EF4-FFF2-40B4-BE49-F238E27FC236}">
                <a16:creationId xmlns:a16="http://schemas.microsoft.com/office/drawing/2014/main" id="{E47F3EA5-14AF-4BC0-9A4D-0E414246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1">
                <a:solidFill>
                  <a:srgbClr val="102A43"/>
                </a:solidFill>
              </a:defRPr>
            </a:defPPr>
            <a:lvl1pPr algn="l">
              <a:defRPr sz="2000" b="1">
                <a:solidFill>
                  <a:srgbClr val="102A43"/>
                </a:solidFill>
              </a:defRPr>
            </a:lvl1pPr>
            <a:lvl2pPr algn="l">
              <a:defRPr sz="2000" b="1">
                <a:solidFill>
                  <a:srgbClr val="102A43"/>
                </a:solidFill>
              </a:defRPr>
            </a:lvl2pPr>
            <a:lvl3pPr algn="l">
              <a:defRPr sz="2000" b="1">
                <a:solidFill>
                  <a:srgbClr val="102A43"/>
                </a:solidFill>
              </a:defRPr>
            </a:lvl3pPr>
            <a:lvl4pPr algn="l">
              <a:defRPr sz="2000" b="1">
                <a:solidFill>
                  <a:srgbClr val="102A43"/>
                </a:solidFill>
              </a:defRPr>
            </a:lvl4pPr>
            <a:lvl5pPr algn="l">
              <a:defRPr sz="2000" b="1">
                <a:solidFill>
                  <a:srgbClr val="102A43"/>
                </a:solidFill>
              </a:defRPr>
            </a:lvl5pPr>
            <a:lvl6pPr algn="l">
              <a:defRPr sz="2000" b="1">
                <a:solidFill>
                  <a:srgbClr val="102A43"/>
                </a:solidFill>
              </a:defRPr>
            </a:lvl6pPr>
            <a:lvl7pPr algn="l">
              <a:defRPr sz="2000" b="1">
                <a:solidFill>
                  <a:srgbClr val="102A43"/>
                </a:solidFill>
              </a:defRPr>
            </a:lvl7pPr>
            <a:lvl8pPr algn="l">
              <a:defRPr sz="2000" b="1">
                <a:solidFill>
                  <a:srgbClr val="102A43"/>
                </a:solidFill>
              </a:defRPr>
            </a:lvl8pPr>
            <a:lvl9pPr algn="l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Inside each worker</a:t>
            </a:r>
          </a:p>
        </p:txBody>
      </p:sp>
      <p:sp>
        <p:nvSpPr>
          <p:cNvPr id="48" name="Template 10 object 48">
            <a:extLst xmlns:a="http://schemas.openxmlformats.org/drawingml/2006/main">
              <a:ext uri="{FF2B5EF4-FFF2-40B4-BE49-F238E27FC236}">
                <a16:creationId xmlns:a16="http://schemas.microsoft.com/office/drawing/2014/main" id="{45592D41-6A1A-400F-B600-CB367A61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3067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8"/>
          </a:solidFill>
          <a:ln xmlns:a="http://schemas.openxmlformats.org/drawingml/2006/main" w="14288">
            <a:solidFill>
              <a:srgbClr val="008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Template 10 object 49">
            <a:extLst xmlns:a="http://schemas.openxmlformats.org/drawingml/2006/main">
              <a:ext uri="{FF2B5EF4-FFF2-40B4-BE49-F238E27FC236}">
                <a16:creationId xmlns:a16="http://schemas.microsoft.com/office/drawing/2014/main" id="{E4CF8F40-B706-4503-9B08-5C6F0CD1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008A90"/>
                </a:solidFill>
              </a:defRPr>
            </a:defPPr>
            <a:lvl1pPr algn="l">
              <a:defRPr sz="1600" b="1">
                <a:solidFill>
                  <a:srgbClr val="008A90"/>
                </a:solidFill>
              </a:defRPr>
            </a:lvl1pPr>
            <a:lvl2pPr algn="l">
              <a:defRPr sz="1600" b="1">
                <a:solidFill>
                  <a:srgbClr val="008A90"/>
                </a:solidFill>
              </a:defRPr>
            </a:lvl2pPr>
            <a:lvl3pPr algn="l">
              <a:defRPr sz="1600" b="1">
                <a:solidFill>
                  <a:srgbClr val="008A90"/>
                </a:solidFill>
              </a:defRPr>
            </a:lvl3pPr>
            <a:lvl4pPr algn="l">
              <a:defRPr sz="1600" b="1">
                <a:solidFill>
                  <a:srgbClr val="008A90"/>
                </a:solidFill>
              </a:defRPr>
            </a:lvl4pPr>
            <a:lvl5pPr algn="l">
              <a:defRPr sz="1600" b="1">
                <a:solidFill>
                  <a:srgbClr val="008A90"/>
                </a:solidFill>
              </a:defRPr>
            </a:lvl5pPr>
            <a:lvl6pPr algn="l">
              <a:defRPr sz="1600" b="1">
                <a:solidFill>
                  <a:srgbClr val="008A90"/>
                </a:solidFill>
              </a:defRPr>
            </a:lvl6pPr>
            <a:lvl7pPr algn="l">
              <a:defRPr sz="1600" b="1">
                <a:solidFill>
                  <a:srgbClr val="008A90"/>
                </a:solidFill>
              </a:defRPr>
            </a:lvl7pPr>
            <a:lvl8pPr algn="l">
              <a:defRPr sz="1600" b="1">
                <a:solidFill>
                  <a:srgbClr val="008A90"/>
                </a:solidFill>
              </a:defRPr>
            </a:lvl8pPr>
            <a:lvl9pPr algn="l">
              <a:defRPr sz="1600" b="1">
                <a:solidFill>
                  <a:srgbClr val="008A90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008A90"/>
                </a:solidFill>
              </a:defRPr>
            </a:pPr>
            <a:r>
              <a:rPr sz="1600" b="1">
                <a:solidFill>
                  <a:srgbClr val="008A90"/>
                </a:solidFill>
              </a:rPr>
              <a:t>For each processing step</a:t>
            </a:r>
          </a:p>
        </p:txBody>
      </p:sp>
      <p:sp>
        <p:nvSpPr>
          <p:cNvPr id="50" name="Template 10 object 50">
            <a:extLst xmlns:a="http://schemas.openxmlformats.org/drawingml/2006/main">
              <a:ext uri="{FF2B5EF4-FFF2-40B4-BE49-F238E27FC236}">
                <a16:creationId xmlns:a16="http://schemas.microsoft.com/office/drawing/2014/main" id="{18AAA0B5-AC38-422C-BFA0-54253EE0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Transform</a:t>
            </a:r>
          </a:p>
        </p:txBody>
      </p:sp>
      <p:sp>
        <p:nvSpPr>
          <p:cNvPr id="51" name="Template 10 object 51">
            <a:extLst xmlns:a="http://schemas.openxmlformats.org/drawingml/2006/main">
              <a:ext uri="{FF2B5EF4-FFF2-40B4-BE49-F238E27FC236}">
                <a16:creationId xmlns:a16="http://schemas.microsoft.com/office/drawing/2014/main" id="{7078EF6B-DFF3-43D4-8D65-8E72691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67100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mplate 10 object 52">
            <a:extLst xmlns:a="http://schemas.openxmlformats.org/drawingml/2006/main">
              <a:ext uri="{FF2B5EF4-FFF2-40B4-BE49-F238E27FC236}">
                <a16:creationId xmlns:a16="http://schemas.microsoft.com/office/drawing/2014/main" id="{69395E00-B8BC-4880-A62C-A5526DC4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3467100"/>
            <a:ext cx="85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emplate 10 object 53">
            <a:extLst xmlns:a="http://schemas.openxmlformats.org/drawingml/2006/main">
              <a:ext uri="{FF2B5EF4-FFF2-40B4-BE49-F238E27FC236}">
                <a16:creationId xmlns:a16="http://schemas.microsoft.com/office/drawing/2014/main" id="{DDDE45D3-5899-41B7-981B-7DB5AB50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33800"/>
            <a:ext cx="26003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9525">
            <a:solidFill>
              <a:srgbClr val="008A9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</a:defRPr>
            </a:defPPr>
            <a:lvl1pPr algn="ctr">
              <a:defRPr sz="1600" b="1">
                <a:solidFill>
                  <a:srgbClr val="FFFFFF"/>
                </a:solidFill>
              </a:defRPr>
            </a:lvl1pPr>
            <a:lvl2pPr algn="ctr">
              <a:defRPr sz="1600" b="1">
                <a:solidFill>
                  <a:srgbClr val="FFFFFF"/>
                </a:solidFill>
              </a:defRPr>
            </a:lvl2pPr>
            <a:lvl3pPr algn="ctr">
              <a:defRPr sz="1600" b="1">
                <a:solidFill>
                  <a:srgbClr val="FFFFFF"/>
                </a:solidFill>
              </a:defRPr>
            </a:lvl3pPr>
            <a:lvl4pPr algn="ctr">
              <a:defRPr sz="1600" b="1">
                <a:solidFill>
                  <a:srgbClr val="FFFFFF"/>
                </a:solidFill>
              </a:defRPr>
            </a:lvl4pPr>
            <a:lvl5pPr algn="ctr">
              <a:defRPr sz="1600" b="1">
                <a:solidFill>
                  <a:srgbClr val="FFFFFF"/>
                </a:solidFill>
              </a:defRPr>
            </a:lvl5pPr>
            <a:lvl6pPr algn="ctr">
              <a:defRPr sz="1600" b="1">
                <a:solidFill>
                  <a:srgbClr val="FFFFFF"/>
                </a:solidFill>
              </a:defRPr>
            </a:lvl6pPr>
            <a:lvl7pPr algn="ctr">
              <a:defRPr sz="1600" b="1">
                <a:solidFill>
                  <a:srgbClr val="FFFFFF"/>
                </a:solidFill>
              </a:defRPr>
            </a:lvl7pPr>
            <a:lvl8pPr algn="ctr">
              <a:defRPr sz="1600" b="1">
                <a:solidFill>
                  <a:srgbClr val="FFFFFF"/>
                </a:solidFill>
              </a:defRPr>
            </a:lvl8pPr>
            <a:lvl9pPr algn="ctr">
              <a:defRPr sz="1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Apply active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54" name="Template 10 object 54">
            <a:extLst xmlns:a="http://schemas.openxmlformats.org/drawingml/2006/main">
              <a:ext uri="{FF2B5EF4-FFF2-40B4-BE49-F238E27FC236}">
                <a16:creationId xmlns:a16="http://schemas.microsoft.com/office/drawing/2014/main" id="{A4A83053-E0A0-4504-8D31-56E201E6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00550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Template 10 object 55">
            <a:extLst xmlns:a="http://schemas.openxmlformats.org/drawingml/2006/main">
              <a:ext uri="{FF2B5EF4-FFF2-40B4-BE49-F238E27FC236}">
                <a16:creationId xmlns:a16="http://schemas.microsoft.com/office/drawing/2014/main" id="{D7E88B7C-083A-48DF-B8C8-5210C407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4400550"/>
            <a:ext cx="857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Template 10 object 56">
            <a:extLst xmlns:a="http://schemas.openxmlformats.org/drawingml/2006/main">
              <a:ext uri="{FF2B5EF4-FFF2-40B4-BE49-F238E27FC236}">
                <a16:creationId xmlns:a16="http://schemas.microsoft.com/office/drawing/2014/main" id="{AA50D878-1F5B-48AC-8DDB-280DC240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86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</a:defRPr>
            </a:defPPr>
            <a:lvl1pPr algn="ctr">
              <a:defRPr sz="3200" b="1">
                <a:solidFill>
                  <a:srgbClr val="FFFFFF"/>
                </a:solidFill>
              </a:defRPr>
            </a:lvl1pPr>
            <a:lvl2pPr algn="ctr">
              <a:defRPr sz="3200" b="1">
                <a:solidFill>
                  <a:srgbClr val="FFFFFF"/>
                </a:solidFill>
              </a:defRPr>
            </a:lvl2pPr>
            <a:lvl3pPr algn="ctr">
              <a:defRPr sz="3200" b="1">
                <a:solidFill>
                  <a:srgbClr val="FFFFFF"/>
                </a:solidFill>
              </a:defRPr>
            </a:lvl3pPr>
            <a:lvl4pPr algn="ctr">
              <a:defRPr sz="3200" b="1">
                <a:solidFill>
                  <a:srgbClr val="FFFFFF"/>
                </a:solidFill>
              </a:defRPr>
            </a:lvl4pPr>
            <a:lvl5pPr algn="ctr">
              <a:defRPr sz="3200" b="1">
                <a:solidFill>
                  <a:srgbClr val="FFFFFF"/>
                </a:solidFill>
              </a:defRPr>
            </a:lvl5pPr>
            <a:lvl6pPr algn="ctr">
              <a:defRPr sz="3200" b="1">
                <a:solidFill>
                  <a:srgbClr val="FFFFFF"/>
                </a:solidFill>
              </a:defRPr>
            </a:lvl6pPr>
            <a:lvl7pPr algn="ctr">
              <a:defRPr sz="3200" b="1">
                <a:solidFill>
                  <a:srgbClr val="FFFFFF"/>
                </a:solidFill>
              </a:defRPr>
            </a:lvl7pPr>
            <a:lvl8pPr algn="ctr">
              <a:defRPr sz="3200" b="1">
                <a:solidFill>
                  <a:srgbClr val="FFFFFF"/>
                </a:solidFill>
              </a:defRPr>
            </a:lvl8pPr>
            <a:lvl9pPr algn="ctr">
              <a:defRPr sz="3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57" name="Template 10 object 57">
            <a:extLst xmlns:a="http://schemas.openxmlformats.org/drawingml/2006/main">
              <a:ext uri="{FF2B5EF4-FFF2-40B4-BE49-F238E27FC236}">
                <a16:creationId xmlns:a16="http://schemas.microsoft.com/office/drawing/2014/main" id="{46A6DA11-A666-4EAC-83E5-B89F790D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6672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102A43"/>
                </a:solidFill>
              </a:defRPr>
            </a:defPPr>
            <a:lvl1pPr algn="l">
              <a:defRPr sz="1600" b="1">
                <a:solidFill>
                  <a:srgbClr val="102A43"/>
                </a:solidFill>
              </a:defRPr>
            </a:lvl1pPr>
            <a:lvl2pPr algn="l">
              <a:defRPr sz="1600" b="1">
                <a:solidFill>
                  <a:srgbClr val="102A43"/>
                </a:solidFill>
              </a:defRPr>
            </a:lvl2pPr>
            <a:lvl3pPr algn="l">
              <a:defRPr sz="1600" b="1">
                <a:solidFill>
                  <a:srgbClr val="102A43"/>
                </a:solidFill>
              </a:defRPr>
            </a:lvl3pPr>
            <a:lvl4pPr algn="l">
              <a:defRPr sz="1600" b="1">
                <a:solidFill>
                  <a:srgbClr val="102A43"/>
                </a:solidFill>
              </a:defRPr>
            </a:lvl4pPr>
            <a:lvl5pPr algn="l">
              <a:defRPr sz="1600" b="1">
                <a:solidFill>
                  <a:srgbClr val="102A43"/>
                </a:solidFill>
              </a:defRPr>
            </a:lvl5pPr>
            <a:lvl6pPr algn="l">
              <a:defRPr sz="1600" b="1">
                <a:solidFill>
                  <a:srgbClr val="102A43"/>
                </a:solidFill>
              </a:defRPr>
            </a:lvl6pPr>
            <a:lvl7pPr algn="l">
              <a:defRPr sz="1600" b="1">
                <a:solidFill>
                  <a:srgbClr val="102A43"/>
                </a:solidFill>
              </a:defRPr>
            </a:lvl7pPr>
            <a:lvl8pPr algn="l">
              <a:defRPr sz="1600" b="1">
                <a:solidFill>
                  <a:srgbClr val="102A43"/>
                </a:solidFill>
              </a:defRPr>
            </a:lvl8pPr>
            <a:lvl9pPr algn="l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Combine</a:t>
            </a:r>
          </a:p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outputs</a:t>
            </a:r>
          </a:p>
        </p:txBody>
      </p:sp>
      <p:sp>
        <p:nvSpPr>
          <p:cNvPr id="58" name="Template 10 object 58">
            <a:extLst xmlns:a="http://schemas.openxmlformats.org/drawingml/2006/main">
              <a:ext uri="{FF2B5EF4-FFF2-40B4-BE49-F238E27FC236}">
                <a16:creationId xmlns:a16="http://schemas.microsoft.com/office/drawing/2014/main" id="{A461B131-CD9A-4269-BD34-3E36B3F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238750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Template 10 object 59">
            <a:extLst xmlns:a="http://schemas.openxmlformats.org/drawingml/2006/main">
              <a:ext uri="{FF2B5EF4-FFF2-40B4-BE49-F238E27FC236}">
                <a16:creationId xmlns:a16="http://schemas.microsoft.com/office/drawing/2014/main" id="{CB79F4D9-1AFF-49C4-A563-026020AE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5238750"/>
            <a:ext cx="85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Template 10 object 60">
            <a:extLst xmlns:a="http://schemas.openxmlformats.org/drawingml/2006/main">
              <a:ext uri="{FF2B5EF4-FFF2-40B4-BE49-F238E27FC236}">
                <a16:creationId xmlns:a16="http://schemas.microsoft.com/office/drawing/2014/main" id="{DD632FCE-288B-41A2-A11B-B55B424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505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CF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One partial result</a:t>
            </a:r>
          </a:p>
        </p:txBody>
      </p:sp>
      <p:sp>
        <p:nvSpPr>
          <p:cNvPr id="61" name="Template 10 object 61">
            <a:extLst xmlns:a="http://schemas.openxmlformats.org/drawingml/2006/main">
              <a:ext uri="{FF2B5EF4-FFF2-40B4-BE49-F238E27FC236}">
                <a16:creationId xmlns:a16="http://schemas.microsoft.com/office/drawing/2014/main" id="{C3811B7A-3106-4C55-A568-84E0636D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102A43"/>
                </a:solidFill>
              </a:defRPr>
            </a:defPPr>
            <a:lvl1pPr algn="l">
              <a:defRPr sz="1600" b="1">
                <a:solidFill>
                  <a:srgbClr val="102A43"/>
                </a:solidFill>
              </a:defRPr>
            </a:lvl1pPr>
            <a:lvl2pPr algn="l">
              <a:defRPr sz="1600" b="1">
                <a:solidFill>
                  <a:srgbClr val="102A43"/>
                </a:solidFill>
              </a:defRPr>
            </a:lvl2pPr>
            <a:lvl3pPr algn="l">
              <a:defRPr sz="1600" b="1">
                <a:solidFill>
                  <a:srgbClr val="102A43"/>
                </a:solidFill>
              </a:defRPr>
            </a:lvl3pPr>
            <a:lvl4pPr algn="l">
              <a:defRPr sz="1600" b="1">
                <a:solidFill>
                  <a:srgbClr val="102A43"/>
                </a:solidFill>
              </a:defRPr>
            </a:lvl4pPr>
            <a:lvl5pPr algn="l">
              <a:defRPr sz="1600" b="1">
                <a:solidFill>
                  <a:srgbClr val="102A43"/>
                </a:solidFill>
              </a:defRPr>
            </a:lvl5pPr>
            <a:lvl6pPr algn="l">
              <a:defRPr sz="1600" b="1">
                <a:solidFill>
                  <a:srgbClr val="102A43"/>
                </a:solidFill>
              </a:defRPr>
            </a:lvl6pPr>
            <a:lvl7pPr algn="l">
              <a:defRPr sz="1600" b="1">
                <a:solidFill>
                  <a:srgbClr val="102A43"/>
                </a:solidFill>
              </a:defRPr>
            </a:lvl7pPr>
            <a:lvl8pPr algn="l">
              <a:defRPr sz="1600" b="1">
                <a:solidFill>
                  <a:srgbClr val="102A43"/>
                </a:solidFill>
              </a:defRPr>
            </a:lvl8pPr>
            <a:lvl9pPr algn="l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Next stage</a:t>
            </a:r>
          </a:p>
        </p:txBody>
      </p:sp>
      <p:sp>
        <p:nvSpPr>
          <p:cNvPr id="62" name="Template 10 object 62">
            <a:extLst xmlns:a="http://schemas.openxmlformats.org/drawingml/2006/main">
              <a:ext uri="{FF2B5EF4-FFF2-40B4-BE49-F238E27FC236}">
                <a16:creationId xmlns:a16="http://schemas.microsoft.com/office/drawing/2014/main" id="{4C9C7BE9-EE31-40ED-99EC-17ABA143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38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27084"/>
                </a:solidFill>
              </a:defRPr>
            </a:defPPr>
            <a:lvl1pPr algn="l">
              <a:defRPr sz="1600" b="0">
                <a:solidFill>
                  <a:srgbClr val="527084"/>
                </a:solidFill>
              </a:defRPr>
            </a:lvl1pPr>
            <a:lvl2pPr algn="l">
              <a:defRPr sz="1600" b="0">
                <a:solidFill>
                  <a:srgbClr val="527084"/>
                </a:solidFill>
              </a:defRPr>
            </a:lvl2pPr>
            <a:lvl3pPr algn="l">
              <a:defRPr sz="1600" b="0">
                <a:solidFill>
                  <a:srgbClr val="527084"/>
                </a:solidFill>
              </a:defRPr>
            </a:lvl3pPr>
            <a:lvl4pPr algn="l">
              <a:defRPr sz="1600" b="0">
                <a:solidFill>
                  <a:srgbClr val="527084"/>
                </a:solidFill>
              </a:defRPr>
            </a:lvl4pPr>
            <a:lvl5pPr algn="l">
              <a:defRPr sz="1600" b="0">
                <a:solidFill>
                  <a:srgbClr val="527084"/>
                </a:solidFill>
              </a:defRPr>
            </a:lvl5pPr>
            <a:lvl6pPr algn="l">
              <a:defRPr sz="1600" b="0">
                <a:solidFill>
                  <a:srgbClr val="527084"/>
                </a:solidFill>
              </a:defRPr>
            </a:lvl6pPr>
            <a:lvl7pPr algn="l">
              <a:defRPr sz="1600" b="0">
                <a:solidFill>
                  <a:srgbClr val="527084"/>
                </a:solidFill>
              </a:defRPr>
            </a:lvl7pPr>
            <a:lvl8pPr algn="l">
              <a:defRPr sz="1600" b="0">
                <a:solidFill>
                  <a:srgbClr val="527084"/>
                </a:solidFill>
              </a:defRPr>
            </a:lvl8pPr>
            <a:lvl9pPr algn="l">
              <a:defRPr sz="16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27084"/>
                </a:solidFill>
              </a:defRPr>
            </a:pPr>
            <a:r>
              <a:rPr sz="1600" b="0">
                <a:solidFill>
                  <a:srgbClr val="527084"/>
                </a:solidFill>
              </a:rPr>
              <a:t>Combine partial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27084"/>
                </a:solidFill>
              </a:defRPr>
            </a:pPr>
            <a:r>
              <a:rPr sz="1600" b="0">
                <a:solidFill>
                  <a:srgbClr val="527084"/>
                </a:solidFill>
              </a:rPr>
              <a:t>results</a:t>
            </a:r>
          </a:p>
        </p:txBody>
      </p:sp>
      <p:sp>
        <p:nvSpPr>
          <p:cNvPr id="63" name="Template 10 object 63">
            <a:extLst xmlns:a="http://schemas.openxmlformats.org/drawingml/2006/main">
              <a:ext uri="{FF2B5EF4-FFF2-40B4-BE49-F238E27FC236}">
                <a16:creationId xmlns:a16="http://schemas.microsoft.com/office/drawing/2014/main" id="{F1D67C07-BAEF-40EA-ADB4-E33FCCCB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38625"/>
            <a:ext cx="17145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Template 10 object 64">
            <a:extLst xmlns:a="http://schemas.openxmlformats.org/drawingml/2006/main">
              <a:ext uri="{FF2B5EF4-FFF2-40B4-BE49-F238E27FC236}">
                <a16:creationId xmlns:a16="http://schemas.microsoft.com/office/drawing/2014/main" id="{5812B6B9-5A3B-42C9-8B69-38ED9902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4238625"/>
            <a:ext cx="8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Template 10 object 65">
            <a:extLst xmlns:a="http://schemas.openxmlformats.org/drawingml/2006/main">
              <a:ext uri="{FF2B5EF4-FFF2-40B4-BE49-F238E27FC236}">
                <a16:creationId xmlns:a16="http://schemas.microsoft.com/office/drawing/2014/main" id="{8913F1BB-5D9D-436C-A808-234E4324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5295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</a:defRPr>
            </a:defPPr>
            <a:lvl1pPr algn="ctr">
              <a:defRPr sz="3200" b="1">
                <a:solidFill>
                  <a:srgbClr val="FFFFFF"/>
                </a:solidFill>
              </a:defRPr>
            </a:lvl1pPr>
            <a:lvl2pPr algn="ctr">
              <a:defRPr sz="3200" b="1">
                <a:solidFill>
                  <a:srgbClr val="FFFFFF"/>
                </a:solidFill>
              </a:defRPr>
            </a:lvl2pPr>
            <a:lvl3pPr algn="ctr">
              <a:defRPr sz="3200" b="1">
                <a:solidFill>
                  <a:srgbClr val="FFFFFF"/>
                </a:solidFill>
              </a:defRPr>
            </a:lvl3pPr>
            <a:lvl4pPr algn="ctr">
              <a:defRPr sz="3200" b="1">
                <a:solidFill>
                  <a:srgbClr val="FFFFFF"/>
                </a:solidFill>
              </a:defRPr>
            </a:lvl4pPr>
            <a:lvl5pPr algn="ctr">
              <a:defRPr sz="3200" b="1">
                <a:solidFill>
                  <a:srgbClr val="FFFFFF"/>
                </a:solidFill>
              </a:defRPr>
            </a:lvl5pPr>
            <a:lvl6pPr algn="ctr">
              <a:defRPr sz="3200" b="1">
                <a:solidFill>
                  <a:srgbClr val="FFFFFF"/>
                </a:solidFill>
              </a:defRPr>
            </a:lvl6pPr>
            <a:lvl7pPr algn="ctr">
              <a:defRPr sz="3200" b="1">
                <a:solidFill>
                  <a:srgbClr val="FFFFFF"/>
                </a:solidFill>
              </a:defRPr>
            </a:lvl7pPr>
            <a:lvl8pPr algn="ctr">
              <a:defRPr sz="3200" b="1">
                <a:solidFill>
                  <a:srgbClr val="FFFFFF"/>
                </a:solidFill>
              </a:defRPr>
            </a:lvl8pPr>
            <a:lvl9pPr algn="ctr">
              <a:defRPr sz="3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66" name="Template 10 object 66">
            <a:extLst xmlns:a="http://schemas.openxmlformats.org/drawingml/2006/main">
              <a:ext uri="{FF2B5EF4-FFF2-40B4-BE49-F238E27FC236}">
                <a16:creationId xmlns:a16="http://schemas.microsoft.com/office/drawing/2014/main" id="{EC66B98C-954A-487A-9B40-953529B8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1714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Template 10 object 67">
            <a:extLst xmlns:a="http://schemas.openxmlformats.org/drawingml/2006/main">
              <a:ext uri="{FF2B5EF4-FFF2-40B4-BE49-F238E27FC236}">
                <a16:creationId xmlns:a16="http://schemas.microsoft.com/office/drawing/2014/main" id="{F3BB4762-1BFF-490E-B4EA-31CC76B7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506730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Template 10 object 68">
            <a:extLst xmlns:a="http://schemas.openxmlformats.org/drawingml/2006/main">
              <a:ext uri="{FF2B5EF4-FFF2-40B4-BE49-F238E27FC236}">
                <a16:creationId xmlns:a16="http://schemas.microsoft.com/office/drawing/2014/main" id="{C912AD22-35B0-4DC5-B8B9-EF6C685F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Output</a:t>
            </a:r>
          </a:p>
        </p:txBody>
      </p:sp>
      <p:sp>
        <p:nvSpPr>
          <p:cNvPr id="69" name="Template 10 object 69">
            <a:extLst xmlns:a="http://schemas.openxmlformats.org/drawingml/2006/main">
              <a:ext uri="{FF2B5EF4-FFF2-40B4-BE49-F238E27FC236}">
                <a16:creationId xmlns:a16="http://schemas.microsoft.com/office/drawing/2014/main" id="{6B3241B3-AA40-4CED-9174-5CD68279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38625"/>
            <a:ext cx="17145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Template 10 object 70">
            <a:extLst xmlns:a="http://schemas.openxmlformats.org/drawingml/2006/main">
              <a:ext uri="{FF2B5EF4-FFF2-40B4-BE49-F238E27FC236}">
                <a16:creationId xmlns:a16="http://schemas.microsoft.com/office/drawing/2014/main" id="{FB1DE4C3-AF13-4305-9D9A-C9B1A108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4238625"/>
            <a:ext cx="8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Template 10 object 71">
            <a:extLst xmlns:a="http://schemas.openxmlformats.org/drawingml/2006/main">
              <a:ext uri="{FF2B5EF4-FFF2-40B4-BE49-F238E27FC236}">
                <a16:creationId xmlns:a16="http://schemas.microsoft.com/office/drawing/2014/main" id="{E3BC8A06-9C55-4F1E-90B3-562F2725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5295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</a:defRPr>
            </a:defPPr>
            <a:lvl1pPr algn="ctr">
              <a:defRPr sz="3200" b="1">
                <a:solidFill>
                  <a:srgbClr val="FFFFFF"/>
                </a:solidFill>
              </a:defRPr>
            </a:lvl1pPr>
            <a:lvl2pPr algn="ctr">
              <a:defRPr sz="3200" b="1">
                <a:solidFill>
                  <a:srgbClr val="FFFFFF"/>
                </a:solidFill>
              </a:defRPr>
            </a:lvl2pPr>
            <a:lvl3pPr algn="ctr">
              <a:defRPr sz="3200" b="1">
                <a:solidFill>
                  <a:srgbClr val="FFFFFF"/>
                </a:solidFill>
              </a:defRPr>
            </a:lvl3pPr>
            <a:lvl4pPr algn="ctr">
              <a:defRPr sz="3200" b="1">
                <a:solidFill>
                  <a:srgbClr val="FFFFFF"/>
                </a:solidFill>
              </a:defRPr>
            </a:lvl4pPr>
            <a:lvl5pPr algn="ctr">
              <a:defRPr sz="3200" b="1">
                <a:solidFill>
                  <a:srgbClr val="FFFFFF"/>
                </a:solidFill>
              </a:defRPr>
            </a:lvl5pPr>
            <a:lvl6pPr algn="ctr">
              <a:defRPr sz="3200" b="1">
                <a:solidFill>
                  <a:srgbClr val="FFFFFF"/>
                </a:solidFill>
              </a:defRPr>
            </a:lvl6pPr>
            <a:lvl7pPr algn="ctr">
              <a:defRPr sz="3200" b="1">
                <a:solidFill>
                  <a:srgbClr val="FFFFFF"/>
                </a:solidFill>
              </a:defRPr>
            </a:lvl7pPr>
            <a:lvl8pPr algn="ctr">
              <a:defRPr sz="3200" b="1">
                <a:solidFill>
                  <a:srgbClr val="FFFFFF"/>
                </a:solidFill>
              </a:defRPr>
            </a:lvl8pPr>
            <a:lvl9pPr algn="ctr">
              <a:defRPr sz="3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72" name="Template 10 object 72">
            <a:extLst xmlns:a="http://schemas.openxmlformats.org/drawingml/2006/main">
              <a:ext uri="{FF2B5EF4-FFF2-40B4-BE49-F238E27FC236}">
                <a16:creationId xmlns:a16="http://schemas.microsoft.com/office/drawing/2014/main" id="{E31FA3E4-E28F-4C8F-A2B7-16F4DD7E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67300"/>
            <a:ext cx="1714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Template 10 object 73">
            <a:extLst xmlns:a="http://schemas.openxmlformats.org/drawingml/2006/main">
              <a:ext uri="{FF2B5EF4-FFF2-40B4-BE49-F238E27FC236}">
                <a16:creationId xmlns:a16="http://schemas.microsoft.com/office/drawing/2014/main" id="{EDCED940-364F-4159-8941-A9286E8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506730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Template 10 object 74">
            <a:extLst xmlns:a="http://schemas.openxmlformats.org/drawingml/2006/main">
              <a:ext uri="{FF2B5EF4-FFF2-40B4-BE49-F238E27FC236}">
                <a16:creationId xmlns:a16="http://schemas.microsoft.com/office/drawing/2014/main" id="{9C932916-538E-424B-877A-278A2327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959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Output</a:t>
            </a:r>
          </a:p>
        </p:txBody>
      </p:sp>
      <p:sp>
        <p:nvSpPr>
          <p:cNvPr id="75" name="Template 10 object 75">
            <a:extLst xmlns:a="http://schemas.openxmlformats.org/drawingml/2006/main">
              <a:ext uri="{FF2B5EF4-FFF2-40B4-BE49-F238E27FC236}">
                <a16:creationId xmlns:a16="http://schemas.microsoft.com/office/drawing/2014/main" id="{B38685C5-8296-4485-B306-1F92DCA1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38625"/>
            <a:ext cx="17145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Template 10 object 76">
            <a:extLst xmlns:a="http://schemas.openxmlformats.org/drawingml/2006/main">
              <a:ext uri="{FF2B5EF4-FFF2-40B4-BE49-F238E27FC236}">
                <a16:creationId xmlns:a16="http://schemas.microsoft.com/office/drawing/2014/main" id="{BBC5F164-80D7-40A1-82BA-DCE19FE4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4238625"/>
            <a:ext cx="8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Template 10 object 77">
            <a:extLst xmlns:a="http://schemas.openxmlformats.org/drawingml/2006/main">
              <a:ext uri="{FF2B5EF4-FFF2-40B4-BE49-F238E27FC236}">
                <a16:creationId xmlns:a16="http://schemas.microsoft.com/office/drawing/2014/main" id="{FEFE5DB4-7FE7-4DF1-AD3C-DB6AA8E1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</a:defRPr>
            </a:defPPr>
            <a:lvl1pPr algn="ctr">
              <a:defRPr sz="3200" b="1">
                <a:solidFill>
                  <a:srgbClr val="FFFFFF"/>
                </a:solidFill>
              </a:defRPr>
            </a:lvl1pPr>
            <a:lvl2pPr algn="ctr">
              <a:defRPr sz="3200" b="1">
                <a:solidFill>
                  <a:srgbClr val="FFFFFF"/>
                </a:solidFill>
              </a:defRPr>
            </a:lvl2pPr>
            <a:lvl3pPr algn="ctr">
              <a:defRPr sz="3200" b="1">
                <a:solidFill>
                  <a:srgbClr val="FFFFFF"/>
                </a:solidFill>
              </a:defRPr>
            </a:lvl3pPr>
            <a:lvl4pPr algn="ctr">
              <a:defRPr sz="3200" b="1">
                <a:solidFill>
                  <a:srgbClr val="FFFFFF"/>
                </a:solidFill>
              </a:defRPr>
            </a:lvl4pPr>
            <a:lvl5pPr algn="ctr">
              <a:defRPr sz="3200" b="1">
                <a:solidFill>
                  <a:srgbClr val="FFFFFF"/>
                </a:solidFill>
              </a:defRPr>
            </a:lvl5pPr>
            <a:lvl6pPr algn="ctr">
              <a:defRPr sz="3200" b="1">
                <a:solidFill>
                  <a:srgbClr val="FFFFFF"/>
                </a:solidFill>
              </a:defRPr>
            </a:lvl6pPr>
            <a:lvl7pPr algn="ctr">
              <a:defRPr sz="3200" b="1">
                <a:solidFill>
                  <a:srgbClr val="FFFFFF"/>
                </a:solidFill>
              </a:defRPr>
            </a:lvl7pPr>
            <a:lvl8pPr algn="ctr">
              <a:defRPr sz="3200" b="1">
                <a:solidFill>
                  <a:srgbClr val="FFFFFF"/>
                </a:solidFill>
              </a:defRPr>
            </a:lvl8pPr>
            <a:lvl9pPr algn="ctr">
              <a:defRPr sz="3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78" name="Template 10 object 78">
            <a:extLst xmlns:a="http://schemas.openxmlformats.org/drawingml/2006/main">
              <a:ext uri="{FF2B5EF4-FFF2-40B4-BE49-F238E27FC236}">
                <a16:creationId xmlns:a16="http://schemas.microsoft.com/office/drawing/2014/main" id="{45F31E79-8A28-4361-BE85-3EBB272D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67300"/>
            <a:ext cx="1714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Template 10 object 79">
            <a:extLst xmlns:a="http://schemas.openxmlformats.org/drawingml/2006/main">
              <a:ext uri="{FF2B5EF4-FFF2-40B4-BE49-F238E27FC236}">
                <a16:creationId xmlns:a16="http://schemas.microsoft.com/office/drawing/2014/main" id="{973B46CA-CC60-4735-AD1E-C0F1784A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506730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Template 10 object 80">
            <a:extLst xmlns:a="http://schemas.openxmlformats.org/drawingml/2006/main">
              <a:ext uri="{FF2B5EF4-FFF2-40B4-BE49-F238E27FC236}">
                <a16:creationId xmlns:a16="http://schemas.microsoft.com/office/drawing/2014/main" id="{9F640FEB-BE94-4D3B-89FD-2F61ADE8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959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Output</a:t>
            </a:r>
          </a:p>
        </p:txBody>
      </p:sp>
      <p:sp>
        <p:nvSpPr>
          <p:cNvPr id="81" name="Template 10 object 81">
            <a:extLst xmlns:a="http://schemas.openxmlformats.org/drawingml/2006/main">
              <a:ext uri="{FF2B5EF4-FFF2-40B4-BE49-F238E27FC236}">
                <a16:creationId xmlns:a16="http://schemas.microsoft.com/office/drawing/2014/main" id="{CB6ADBEB-C5B8-47C0-8880-654C42D1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38625"/>
            <a:ext cx="17145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Template 10 object 82">
            <a:extLst xmlns:a="http://schemas.openxmlformats.org/drawingml/2006/main">
              <a:ext uri="{FF2B5EF4-FFF2-40B4-BE49-F238E27FC236}">
                <a16:creationId xmlns:a16="http://schemas.microsoft.com/office/drawing/2014/main" id="{21782747-6616-488B-B455-4D3F8AA5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3" y="4238625"/>
            <a:ext cx="8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Template 10 object 83">
            <a:extLst xmlns:a="http://schemas.openxmlformats.org/drawingml/2006/main">
              <a:ext uri="{FF2B5EF4-FFF2-40B4-BE49-F238E27FC236}">
                <a16:creationId xmlns:a16="http://schemas.microsoft.com/office/drawing/2014/main" id="{9AEC0572-F15B-467F-A42E-7092FDE0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</a:defRPr>
            </a:defPPr>
            <a:lvl1pPr algn="ctr">
              <a:defRPr sz="3200" b="1">
                <a:solidFill>
                  <a:srgbClr val="FFFFFF"/>
                </a:solidFill>
              </a:defRPr>
            </a:lvl1pPr>
            <a:lvl2pPr algn="ctr">
              <a:defRPr sz="3200" b="1">
                <a:solidFill>
                  <a:srgbClr val="FFFFFF"/>
                </a:solidFill>
              </a:defRPr>
            </a:lvl2pPr>
            <a:lvl3pPr algn="ctr">
              <a:defRPr sz="3200" b="1">
                <a:solidFill>
                  <a:srgbClr val="FFFFFF"/>
                </a:solidFill>
              </a:defRPr>
            </a:lvl3pPr>
            <a:lvl4pPr algn="ctr">
              <a:defRPr sz="3200" b="1">
                <a:solidFill>
                  <a:srgbClr val="FFFFFF"/>
                </a:solidFill>
              </a:defRPr>
            </a:lvl4pPr>
            <a:lvl5pPr algn="ctr">
              <a:defRPr sz="3200" b="1">
                <a:solidFill>
                  <a:srgbClr val="FFFFFF"/>
                </a:solidFill>
              </a:defRPr>
            </a:lvl5pPr>
            <a:lvl6pPr algn="ctr">
              <a:defRPr sz="3200" b="1">
                <a:solidFill>
                  <a:srgbClr val="FFFFFF"/>
                </a:solidFill>
              </a:defRPr>
            </a:lvl6pPr>
            <a:lvl7pPr algn="ctr">
              <a:defRPr sz="3200" b="1">
                <a:solidFill>
                  <a:srgbClr val="FFFFFF"/>
                </a:solidFill>
              </a:defRPr>
            </a:lvl7pPr>
            <a:lvl8pPr algn="ctr">
              <a:defRPr sz="3200" b="1">
                <a:solidFill>
                  <a:srgbClr val="FFFFFF"/>
                </a:solidFill>
              </a:defRPr>
            </a:lvl8pPr>
            <a:lvl9pPr algn="ctr">
              <a:defRPr sz="3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84" name="Template 10 object 84">
            <a:extLst xmlns:a="http://schemas.openxmlformats.org/drawingml/2006/main">
              <a:ext uri="{FF2B5EF4-FFF2-40B4-BE49-F238E27FC236}">
                <a16:creationId xmlns:a16="http://schemas.microsoft.com/office/drawing/2014/main" id="{4C6E84B1-0A54-4A60-A708-C30AC487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67300"/>
            <a:ext cx="1714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Template 10 object 85">
            <a:extLst xmlns:a="http://schemas.openxmlformats.org/drawingml/2006/main">
              <a:ext uri="{FF2B5EF4-FFF2-40B4-BE49-F238E27FC236}">
                <a16:creationId xmlns:a16="http://schemas.microsoft.com/office/drawing/2014/main" id="{213DAE61-CED4-47D7-AB20-EEEADD1D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3" y="506730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Template 10 object 86">
            <a:extLst xmlns:a="http://schemas.openxmlformats.org/drawingml/2006/main">
              <a:ext uri="{FF2B5EF4-FFF2-40B4-BE49-F238E27FC236}">
                <a16:creationId xmlns:a16="http://schemas.microsoft.com/office/drawing/2014/main" id="{EF5EDCDB-1D36-429B-94FF-2C1210D0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959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Output</a:t>
            </a:r>
          </a:p>
        </p:txBody>
      </p:sp>
      <p:sp>
        <p:nvSpPr>
          <p:cNvPr id="87" name="Template 10 object 87">
            <a:extLst xmlns:a="http://schemas.openxmlformats.org/drawingml/2006/main">
              <a:ext uri="{FF2B5EF4-FFF2-40B4-BE49-F238E27FC236}">
                <a16:creationId xmlns:a16="http://schemas.microsoft.com/office/drawing/2014/main" id="{D84C6F2C-D227-4DDA-A5C1-D2485647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386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0">
                <a:solidFill>
                  <a:srgbClr val="527084"/>
                </a:solidFill>
              </a:defRPr>
            </a:defPPr>
            <a:lvl1pPr algn="ctr">
              <a:defRPr sz="3200" b="0">
                <a:solidFill>
                  <a:srgbClr val="527084"/>
                </a:solidFill>
              </a:defRPr>
            </a:lvl1pPr>
            <a:lvl2pPr algn="ctr">
              <a:defRPr sz="3200" b="0">
                <a:solidFill>
                  <a:srgbClr val="527084"/>
                </a:solidFill>
              </a:defRPr>
            </a:lvl2pPr>
            <a:lvl3pPr algn="ctr">
              <a:defRPr sz="3200" b="0">
                <a:solidFill>
                  <a:srgbClr val="527084"/>
                </a:solidFill>
              </a:defRPr>
            </a:lvl3pPr>
            <a:lvl4pPr algn="ctr">
              <a:defRPr sz="3200" b="0">
                <a:solidFill>
                  <a:srgbClr val="527084"/>
                </a:solidFill>
              </a:defRPr>
            </a:lvl4pPr>
            <a:lvl5pPr algn="ctr">
              <a:defRPr sz="3200" b="0">
                <a:solidFill>
                  <a:srgbClr val="527084"/>
                </a:solidFill>
              </a:defRPr>
            </a:lvl5pPr>
            <a:lvl6pPr algn="ctr">
              <a:defRPr sz="3200" b="0">
                <a:solidFill>
                  <a:srgbClr val="527084"/>
                </a:solidFill>
              </a:defRPr>
            </a:lvl6pPr>
            <a:lvl7pPr algn="ctr">
              <a:defRPr sz="3200" b="0">
                <a:solidFill>
                  <a:srgbClr val="527084"/>
                </a:solidFill>
              </a:defRPr>
            </a:lvl7pPr>
            <a:lvl8pPr algn="ctr">
              <a:defRPr sz="3200" b="0">
                <a:solidFill>
                  <a:srgbClr val="527084"/>
                </a:solidFill>
              </a:defRPr>
            </a:lvl8pPr>
            <a:lvl9pPr algn="ctr">
              <a:defRPr sz="3200" b="0">
                <a:solidFill>
                  <a:srgbClr val="527084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0">
                <a:solidFill>
                  <a:srgbClr val="527084"/>
                </a:solidFill>
              </a:defRPr>
            </a:pPr>
            <a:r>
              <a:rPr sz="3200" b="0">
                <a:solidFill>
                  <a:srgbClr val="527084"/>
                </a:solidFill>
              </a:rPr>
              <a:t>…</a:t>
            </a:r>
          </a:p>
        </p:txBody>
      </p:sp>
      <p:sp>
        <p:nvSpPr>
          <p:cNvPr id="88" name="Template 10 object 88">
            <a:extLst xmlns:a="http://schemas.openxmlformats.org/drawingml/2006/main">
              <a:ext uri="{FF2B5EF4-FFF2-40B4-BE49-F238E27FC236}">
                <a16:creationId xmlns:a16="http://schemas.microsoft.com/office/drawing/2014/main" id="{A1AB50B8-3FDF-4E83-9BC9-90D74534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15000"/>
            <a:ext cx="554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008A90"/>
                </a:solidFill>
              </a:defRPr>
            </a:defPPr>
            <a:lvl1pPr algn="l">
              <a:defRPr sz="1600" b="1">
                <a:solidFill>
                  <a:srgbClr val="008A90"/>
                </a:solidFill>
              </a:defRPr>
            </a:lvl1pPr>
            <a:lvl2pPr algn="l">
              <a:defRPr sz="1600" b="1">
                <a:solidFill>
                  <a:srgbClr val="008A90"/>
                </a:solidFill>
              </a:defRPr>
            </a:lvl2pPr>
            <a:lvl3pPr algn="l">
              <a:defRPr sz="1600" b="1">
                <a:solidFill>
                  <a:srgbClr val="008A90"/>
                </a:solidFill>
              </a:defRPr>
            </a:lvl3pPr>
            <a:lvl4pPr algn="l">
              <a:defRPr sz="1600" b="1">
                <a:solidFill>
                  <a:srgbClr val="008A90"/>
                </a:solidFill>
              </a:defRPr>
            </a:lvl4pPr>
            <a:lvl5pPr algn="l">
              <a:defRPr sz="1600" b="1">
                <a:solidFill>
                  <a:srgbClr val="008A90"/>
                </a:solidFill>
              </a:defRPr>
            </a:lvl5pPr>
            <a:lvl6pPr algn="l">
              <a:defRPr sz="1600" b="1">
                <a:solidFill>
                  <a:srgbClr val="008A90"/>
                </a:solidFill>
              </a:defRPr>
            </a:lvl6pPr>
            <a:lvl7pPr algn="l">
              <a:defRPr sz="1600" b="1">
                <a:solidFill>
                  <a:srgbClr val="008A90"/>
                </a:solidFill>
              </a:defRPr>
            </a:lvl7pPr>
            <a:lvl8pPr algn="l">
              <a:defRPr sz="1600" b="1">
                <a:solidFill>
                  <a:srgbClr val="008A90"/>
                </a:solidFill>
              </a:defRPr>
            </a:lvl8pPr>
            <a:lvl9pPr algn="l">
              <a:defRPr sz="1600" b="1">
                <a:solidFill>
                  <a:srgbClr val="008A90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008A90"/>
                </a:solidFill>
              </a:defRPr>
            </a:pPr>
            <a:r>
              <a:rPr sz="1600" b="1">
                <a:solidFill>
                  <a:srgbClr val="008A90"/>
                </a:solidFill>
              </a:rPr>
              <a:t>One reduction per output</a:t>
            </a:r>
          </a:p>
        </p:txBody>
      </p:sp>
    </p:spTree>
    <p:extLst>
      <p:ext uri="{BB962C8B-B14F-4D97-AF65-F5344CB8AC3E}">
        <p14:creationId xmlns:p14="http://schemas.microsoft.com/office/powerpoint/2010/main" val="301579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mplate 11 object 13">
            <a:extLst xmlns:a="http://schemas.openxmlformats.org/drawingml/2006/main">
              <a:ext uri="{FF2B5EF4-FFF2-40B4-BE49-F238E27FC236}">
                <a16:creationId xmlns:a16="http://schemas.microsoft.com/office/drawing/2014/main" id="{94F253C0-8DC5-44C8-951E-2C4BABE7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PERFORMANCE · DEMO DATA</a:t>
            </a:r>
          </a:p>
        </p:txBody>
      </p:sp>
      <p:sp>
        <p:nvSpPr>
          <p:cNvPr id="2" name="Template 11 object 2">
            <a:extLst xmlns:a="http://schemas.openxmlformats.org/drawingml/2006/main">
              <a:ext uri="{FF2B5EF4-FFF2-40B4-BE49-F238E27FC236}">
                <a16:creationId xmlns:a16="http://schemas.microsoft.com/office/drawing/2014/main" id="{0BD0564E-A02F-4267-87DC-09F21647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[Baseline and proposed approach]</a:t>
            </a:r>
          </a:p>
        </p:txBody>
      </p:sp>
      <p:sp>
        <p:nvSpPr>
          <p:cNvPr id="6" name="Template 11 object 6">
            <a:extLst xmlns:a="http://schemas.openxmlformats.org/drawingml/2006/main">
              <a:ext uri="{FF2B5EF4-FFF2-40B4-BE49-F238E27FC236}">
                <a16:creationId xmlns:a16="http://schemas.microsoft.com/office/drawing/2014/main" id="{4F76AEAD-4C69-49C4-8F7A-7213D7ED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Illustrative comparison (units)</a:t>
            </a:r>
          </a:p>
        </p:txBody>
      </p:sp>
      <p:graphicFrame>
        <p:nvGraphicFramePr>
          <p:cNvPr id="7" name="Template 11 object 7">
            <a:extLst xmlns:a="http://schemas.openxmlformats.org/drawingml/2006/main">
              <a:ext uri="{FF2B5EF4-FFF2-40B4-BE49-F238E27FC236}">
                <a16:creationId xmlns:a16="http://schemas.microsoft.com/office/drawing/2014/main" id="{026001F0-A4DF-4D5B-BB91-1BEF4ABCBEA6}"/>
              </a:ext>
            </a:extLst>
          </p:cNvPr>
          <p:cNvGraphicFramePr/>
          <p:nvPr/>
        </p:nvGraphicFramePr>
        <p:xfrm>
          <a:off xmlns:a="http://schemas.openxmlformats.org/drawingml/2006/main" x="609600" y="2371725"/>
          <a:ext xmlns:a="http://schemas.openxmlformats.org/drawingml/2006/main" cx="7667625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f54a9c7fad44aa"/>
          </a:graphicData>
        </a:graphic>
      </p:graphicFrame>
      <p:sp>
        <p:nvSpPr>
          <p:cNvPr id="8" name="Template 11 object 8">
            <a:extLst xmlns:a="http://schemas.openxmlformats.org/drawingml/2006/main">
              <a:ext uri="{FF2B5EF4-FFF2-40B4-BE49-F238E27FC236}">
                <a16:creationId xmlns:a16="http://schemas.microsoft.com/office/drawing/2014/main" id="{AB0B7414-29D7-4BA9-9C49-A6FD9FCA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95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mplate 11 object 9">
            <a:extLst xmlns:a="http://schemas.openxmlformats.org/drawingml/2006/main">
              <a:ext uri="{FF2B5EF4-FFF2-40B4-BE49-F238E27FC236}">
                <a16:creationId xmlns:a16="http://schemas.microsoft.com/office/drawing/2014/main" id="{0FC11695-72F8-44E2-80DE-AF6D4FD2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4790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4 units</a:t>
            </a:r>
          </a:p>
        </p:txBody>
      </p:sp>
      <p:sp>
        <p:nvSpPr>
          <p:cNvPr id="10" name="Template 11 object 10">
            <a:extLst xmlns:a="http://schemas.openxmlformats.org/drawingml/2006/main">
              <a:ext uri="{FF2B5EF4-FFF2-40B4-BE49-F238E27FC236}">
                <a16:creationId xmlns:a16="http://schemas.microsoft.com/office/drawing/2014/main" id="{C4CF5EC6-9DF4-47EB-9386-04C0B6B7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9146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Proposed approach</a:t>
            </a:r>
          </a:p>
        </p:txBody>
      </p:sp>
      <p:sp>
        <p:nvSpPr>
          <p:cNvPr id="11" name="Template 11 object 11">
            <a:extLst xmlns:a="http://schemas.openxmlformats.org/drawingml/2006/main">
              <a:ext uri="{FF2B5EF4-FFF2-40B4-BE49-F238E27FC236}">
                <a16:creationId xmlns:a16="http://schemas.microsoft.com/office/drawing/2014/main" id="{E118A30F-1A7F-4F7B-8255-2BE53DBE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33750"/>
            <a:ext cx="2638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2.5× illustrative ratio</a:t>
            </a:r>
          </a:p>
        </p:txBody>
      </p:sp>
      <p:sp>
        <p:nvSpPr>
          <p:cNvPr id="14" name="Template 11 object 14">
            <a:extLst xmlns:a="http://schemas.openxmlformats.org/drawingml/2006/main">
              <a:ext uri="{FF2B5EF4-FFF2-40B4-BE49-F238E27FC236}">
                <a16:creationId xmlns:a16="http://schemas.microsoft.com/office/drawing/2014/main" id="{D367F208-3550-41E1-9F16-540567C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5" name="Template 11 object 15">
            <a:extLst xmlns:a="http://schemas.openxmlformats.org/drawingml/2006/main">
              <a:ext uri="{FF2B5EF4-FFF2-40B4-BE49-F238E27FC236}">
                <a16:creationId xmlns:a16="http://schemas.microsoft.com/office/drawing/2014/main" id="{F0C98F94-CC0A-4E5C-BAB8-FDA88206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16" name="Template 11 object 16">
            <a:extLst xmlns:a="http://schemas.openxmlformats.org/drawingml/2006/main">
              <a:ext uri="{FF2B5EF4-FFF2-40B4-BE49-F238E27FC236}">
                <a16:creationId xmlns:a16="http://schemas.microsoft.com/office/drawing/2014/main" id="{1C33A519-30DA-42C6-B99F-B1EC25E0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Illustrative data only. Replace all values before presenting.</a:t>
            </a:r>
          </a:p>
        </p:txBody>
      </p:sp>
      <p:sp>
        <p:nvSpPr>
          <p:cNvPr id="17" name="Template 11 object 17">
            <a:extLst xmlns:a="http://schemas.openxmlformats.org/drawingml/2006/main">
              <a:ext uri="{FF2B5EF4-FFF2-40B4-BE49-F238E27FC236}">
                <a16:creationId xmlns:a16="http://schemas.microsoft.com/office/drawing/2014/main" id="{880DEA0B-C8D9-4108-9A14-19E0034B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07670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[Add variability</a:t>
            </a:r>
          </a:p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or worst-case result]</a:t>
            </a:r>
          </a:p>
        </p:txBody>
      </p:sp>
      <p:sp>
        <p:nvSpPr>
          <p:cNvPr id="18" name="Template 11 object 18">
            <a:extLst xmlns:a="http://schemas.openxmlformats.org/drawingml/2006/main">
              <a:ext uri="{FF2B5EF4-FFF2-40B4-BE49-F238E27FC236}">
                <a16:creationId xmlns:a16="http://schemas.microsoft.com/office/drawing/2014/main" id="{AAA8B7B9-CF77-4929-AA78-0D8CC145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Workload: [input size, system configuration, and test scope].</a:t>
            </a:r>
          </a:p>
        </p:txBody>
      </p:sp>
      <p:sp>
        <p:nvSpPr>
          <p:cNvPr id="19" name="Template 11 object 19">
            <a:extLst xmlns:a="http://schemas.openxmlformats.org/drawingml/2006/main">
              <a:ext uri="{FF2B5EF4-FFF2-40B4-BE49-F238E27FC236}">
                <a16:creationId xmlns:a16="http://schemas.microsoft.com/office/drawing/2014/main" id="{0813F784-65FA-4D80-975E-3FC573B8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Method: [measurement procedure and statistic].</a:t>
            </a:r>
          </a:p>
        </p:txBody>
      </p:sp>
      <p:sp>
        <p:nvSpPr>
          <p:cNvPr id="20" name="Template 11 object 20">
            <a:extLst xmlns:a="http://schemas.openxmlformats.org/drawingml/2006/main">
              <a:ext uri="{FF2B5EF4-FFF2-40B4-BE49-F238E27FC236}">
                <a16:creationId xmlns:a16="http://schemas.microsoft.com/office/drawing/2014/main" id="{07C68C75-C969-47A4-B897-00D79CF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Run conditions: [duration, repetitions, and concurrency].</a:t>
            </a:r>
          </a:p>
        </p:txBody>
      </p:sp>
      <p:sp>
        <p:nvSpPr>
          <p:cNvPr id="21" name="Template 11 object 21">
            <a:extLst xmlns:a="http://schemas.openxmlformats.org/drawingml/2006/main">
              <a:ext uri="{FF2B5EF4-FFF2-40B4-BE49-F238E27FC236}">
                <a16:creationId xmlns:a16="http://schemas.microsoft.com/office/drawing/2014/main" id="{DF39D90F-45A5-43C0-BE94-F6C3A7ED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Environment: [hardware, software, and relevant versions].</a:t>
            </a:r>
          </a:p>
        </p:txBody>
      </p:sp>
    </p:spTree>
    <p:extLst>
      <p:ext uri="{BB962C8B-B14F-4D97-AF65-F5344CB8AC3E}">
        <p14:creationId xmlns:p14="http://schemas.microsoft.com/office/powerpoint/2010/main" val="3949707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12 object 16">
            <a:extLst xmlns:a="http://schemas.openxmlformats.org/drawingml/2006/main">
              <a:ext uri="{FF2B5EF4-FFF2-40B4-BE49-F238E27FC236}">
                <a16:creationId xmlns:a16="http://schemas.microsoft.com/office/drawing/2014/main" id="{CA0B51A1-CDE0-4176-A1DE-D22801D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DATA FLOW</a:t>
            </a:r>
          </a:p>
        </p:txBody>
      </p:sp>
      <p:sp>
        <p:nvSpPr>
          <p:cNvPr id="2" name="Template 12 object 2">
            <a:extLst xmlns:a="http://schemas.openxmlformats.org/drawingml/2006/main">
              <a:ext uri="{FF2B5EF4-FFF2-40B4-BE49-F238E27FC236}">
                <a16:creationId xmlns:a16="http://schemas.microsoft.com/office/drawing/2014/main" id="{E11E20CD-674D-4FB9-BC62-58BEBE7C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[How data moves through the system]</a:t>
            </a:r>
          </a:p>
        </p:txBody>
      </p:sp>
      <p:sp>
        <p:nvSpPr>
          <p:cNvPr id="17" name="Template 12 object 17">
            <a:extLst xmlns:a="http://schemas.openxmlformats.org/drawingml/2006/main">
              <a:ext uri="{FF2B5EF4-FFF2-40B4-BE49-F238E27FC236}">
                <a16:creationId xmlns:a16="http://schemas.microsoft.com/office/drawing/2014/main" id="{8E451F67-6691-48A3-8DB2-A3EBE935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8" name="Template 12 object 18">
            <a:extLst xmlns:a="http://schemas.openxmlformats.org/drawingml/2006/main">
              <a:ext uri="{FF2B5EF4-FFF2-40B4-BE49-F238E27FC236}">
                <a16:creationId xmlns:a16="http://schemas.microsoft.com/office/drawing/2014/main" id="{5F43CF95-63BC-4FDD-82E2-24A88AFB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19" name="Template 12 object 19">
            <a:extLst xmlns:a="http://schemas.openxmlformats.org/drawingml/2006/main">
              <a:ext uri="{FF2B5EF4-FFF2-40B4-BE49-F238E27FC236}">
                <a16:creationId xmlns:a16="http://schemas.microsoft.com/office/drawing/2014/main" id="{AAF39B55-0F0A-4E3B-B74A-F8E7E9C7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[Data movement for one unit of work]</a:t>
            </a:r>
          </a:p>
        </p:txBody>
      </p:sp>
      <p:sp>
        <p:nvSpPr>
          <p:cNvPr id="20" name="Template 12 object 20">
            <a:extLst xmlns:a="http://schemas.openxmlformats.org/drawingml/2006/main">
              <a:ext uri="{FF2B5EF4-FFF2-40B4-BE49-F238E27FC236}">
                <a16:creationId xmlns:a16="http://schemas.microsoft.com/office/drawing/2014/main" id="{3A92D1CD-92AA-496E-940B-A7D41957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36576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9F9"/>
          </a:solidFill>
          <a:ln xmlns:a="http://schemas.openxmlformats.org/drawingml/2006/main" w="14288">
            <a:solidFill>
              <a:srgbClr val="007F8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mplate 12 object 21">
            <a:extLst xmlns:a="http://schemas.openxmlformats.org/drawingml/2006/main">
              <a:ext uri="{FF2B5EF4-FFF2-40B4-BE49-F238E27FC236}">
                <a16:creationId xmlns:a16="http://schemas.microsoft.com/office/drawing/2014/main" id="{E8484FE0-EFE4-4AF2-B704-B43CE73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1">
                <a:solidFill>
                  <a:srgbClr val="102A43"/>
                </a:solidFill>
              </a:defRPr>
            </a:defPPr>
            <a:lvl1pPr algn="l">
              <a:defRPr sz="2000" b="1">
                <a:solidFill>
                  <a:srgbClr val="102A43"/>
                </a:solidFill>
              </a:defRPr>
            </a:lvl1pPr>
            <a:lvl2pPr algn="l">
              <a:defRPr sz="2000" b="1">
                <a:solidFill>
                  <a:srgbClr val="102A43"/>
                </a:solidFill>
              </a:defRPr>
            </a:lvl2pPr>
            <a:lvl3pPr algn="l">
              <a:defRPr sz="2000" b="1">
                <a:solidFill>
                  <a:srgbClr val="102A43"/>
                </a:solidFill>
              </a:defRPr>
            </a:lvl3pPr>
            <a:lvl4pPr algn="l">
              <a:defRPr sz="2000" b="1">
                <a:solidFill>
                  <a:srgbClr val="102A43"/>
                </a:solidFill>
              </a:defRPr>
            </a:lvl4pPr>
            <a:lvl5pPr algn="l">
              <a:defRPr sz="2000" b="1">
                <a:solidFill>
                  <a:srgbClr val="102A43"/>
                </a:solidFill>
              </a:defRPr>
            </a:lvl5pPr>
            <a:lvl6pPr algn="l">
              <a:defRPr sz="2000" b="1">
                <a:solidFill>
                  <a:srgbClr val="102A43"/>
                </a:solidFill>
              </a:defRPr>
            </a:lvl6pPr>
            <a:lvl7pPr algn="l">
              <a:defRPr sz="2000" b="1">
                <a:solidFill>
                  <a:srgbClr val="102A43"/>
                </a:solidFill>
              </a:defRPr>
            </a:lvl7pPr>
            <a:lvl8pPr algn="l">
              <a:defRPr sz="2000" b="1">
                <a:solidFill>
                  <a:srgbClr val="102A43"/>
                </a:solidFill>
              </a:defRPr>
            </a:lvl8pPr>
            <a:lvl9pPr algn="l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Source memory</a:t>
            </a:r>
          </a:p>
        </p:txBody>
      </p:sp>
      <p:sp>
        <p:nvSpPr>
          <p:cNvPr id="22" name="Template 12 object 22">
            <a:extLst xmlns:a="http://schemas.openxmlformats.org/drawingml/2006/main">
              <a:ext uri="{FF2B5EF4-FFF2-40B4-BE49-F238E27FC236}">
                <a16:creationId xmlns:a16="http://schemas.microsoft.com/office/drawing/2014/main" id="{DB8CDA85-F5CB-4741-8C37-3AADD0D4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3752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536B7B"/>
                </a:solidFill>
              </a:defRPr>
            </a:defPPr>
            <a:lvl1pPr algn="ctr">
              <a:defRPr sz="2000" b="1">
                <a:solidFill>
                  <a:srgbClr val="536B7B"/>
                </a:solidFill>
              </a:defRPr>
            </a:lvl1pPr>
            <a:lvl2pPr algn="ctr">
              <a:defRPr sz="2000" b="1">
                <a:solidFill>
                  <a:srgbClr val="536B7B"/>
                </a:solidFill>
              </a:defRPr>
            </a:lvl2pPr>
            <a:lvl3pPr algn="ctr">
              <a:defRPr sz="2000" b="1">
                <a:solidFill>
                  <a:srgbClr val="536B7B"/>
                </a:solidFill>
              </a:defRPr>
            </a:lvl3pPr>
            <a:lvl4pPr algn="ctr">
              <a:defRPr sz="2000" b="1">
                <a:solidFill>
                  <a:srgbClr val="536B7B"/>
                </a:solidFill>
              </a:defRPr>
            </a:lvl4pPr>
            <a:lvl5pPr algn="ctr">
              <a:defRPr sz="2000" b="1">
                <a:solidFill>
                  <a:srgbClr val="536B7B"/>
                </a:solidFill>
              </a:defRPr>
            </a:lvl5pPr>
            <a:lvl6pPr algn="ctr">
              <a:defRPr sz="2000" b="1">
                <a:solidFill>
                  <a:srgbClr val="536B7B"/>
                </a:solidFill>
              </a:defRPr>
            </a:lvl6pPr>
            <a:lvl7pPr algn="ctr">
              <a:defRPr sz="2000" b="1">
                <a:solidFill>
                  <a:srgbClr val="536B7B"/>
                </a:solidFill>
              </a:defRPr>
            </a:lvl7pPr>
            <a:lvl8pPr algn="ctr">
              <a:defRPr sz="2000" b="1">
                <a:solidFill>
                  <a:srgbClr val="536B7B"/>
                </a:solidFill>
              </a:defRPr>
            </a:lvl8pPr>
            <a:lvl9pPr algn="ctr">
              <a:defRPr sz="2000" b="1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536B7B"/>
                </a:solidFill>
              </a:defRPr>
            </a:pPr>
            <a:r>
              <a:rPr sz="2000" b="1">
                <a:solidFill>
                  <a:srgbClr val="536B7B"/>
                </a:solidFill>
              </a:rPr>
              <a:t>Transfer path</a:t>
            </a:r>
          </a:p>
        </p:txBody>
      </p:sp>
      <p:sp>
        <p:nvSpPr>
          <p:cNvPr id="23" name="Template 12 object 23">
            <a:extLst xmlns:a="http://schemas.openxmlformats.org/drawingml/2006/main">
              <a:ext uri="{FF2B5EF4-FFF2-40B4-BE49-F238E27FC236}">
                <a16:creationId xmlns:a16="http://schemas.microsoft.com/office/drawing/2014/main" id="{12ABD21D-9252-480C-82CA-3FF4A40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1">
                <a:solidFill>
                  <a:srgbClr val="102A43"/>
                </a:solidFill>
              </a:defRPr>
            </a:defPPr>
            <a:lvl1pPr algn="l">
              <a:defRPr sz="2000" b="1">
                <a:solidFill>
                  <a:srgbClr val="102A43"/>
                </a:solidFill>
              </a:defRPr>
            </a:lvl1pPr>
            <a:lvl2pPr algn="l">
              <a:defRPr sz="2000" b="1">
                <a:solidFill>
                  <a:srgbClr val="102A43"/>
                </a:solidFill>
              </a:defRPr>
            </a:lvl2pPr>
            <a:lvl3pPr algn="l">
              <a:defRPr sz="2000" b="1">
                <a:solidFill>
                  <a:srgbClr val="102A43"/>
                </a:solidFill>
              </a:defRPr>
            </a:lvl3pPr>
            <a:lvl4pPr algn="l">
              <a:defRPr sz="2000" b="1">
                <a:solidFill>
                  <a:srgbClr val="102A43"/>
                </a:solidFill>
              </a:defRPr>
            </a:lvl4pPr>
            <a:lvl5pPr algn="l">
              <a:defRPr sz="2000" b="1">
                <a:solidFill>
                  <a:srgbClr val="102A43"/>
                </a:solidFill>
              </a:defRPr>
            </a:lvl5pPr>
            <a:lvl6pPr algn="l">
              <a:defRPr sz="2000" b="1">
                <a:solidFill>
                  <a:srgbClr val="102A43"/>
                </a:solidFill>
              </a:defRPr>
            </a:lvl6pPr>
            <a:lvl7pPr algn="l">
              <a:defRPr sz="2000" b="1">
                <a:solidFill>
                  <a:srgbClr val="102A43"/>
                </a:solidFill>
              </a:defRPr>
            </a:lvl7pPr>
            <a:lvl8pPr algn="l">
              <a:defRPr sz="2000" b="1">
                <a:solidFill>
                  <a:srgbClr val="102A43"/>
                </a:solidFill>
              </a:defRPr>
            </a:lvl8pPr>
            <a:lvl9pPr algn="l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Execution memory</a:t>
            </a:r>
          </a:p>
        </p:txBody>
      </p:sp>
      <p:sp>
        <p:nvSpPr>
          <p:cNvPr id="24" name="Template 12 object 24">
            <a:extLst xmlns:a="http://schemas.openxmlformats.org/drawingml/2006/main">
              <a:ext uri="{FF2B5EF4-FFF2-40B4-BE49-F238E27FC236}">
                <a16:creationId xmlns:a16="http://schemas.microsoft.com/office/drawing/2014/main" id="{D500C48E-F493-43BF-AFEF-602E3F29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36B7B"/>
                </a:solidFill>
              </a:defRPr>
            </a:defPPr>
            <a:lvl1pPr algn="l">
              <a:defRPr sz="1600" b="0">
                <a:solidFill>
                  <a:srgbClr val="536B7B"/>
                </a:solidFill>
              </a:defRPr>
            </a:lvl1pPr>
            <a:lvl2pPr algn="l">
              <a:defRPr sz="1600" b="0">
                <a:solidFill>
                  <a:srgbClr val="536B7B"/>
                </a:solidFill>
              </a:defRPr>
            </a:lvl2pPr>
            <a:lvl3pPr algn="l">
              <a:defRPr sz="1600" b="0">
                <a:solidFill>
                  <a:srgbClr val="536B7B"/>
                </a:solidFill>
              </a:defRPr>
            </a:lvl3pPr>
            <a:lvl4pPr algn="l">
              <a:defRPr sz="1600" b="0">
                <a:solidFill>
                  <a:srgbClr val="536B7B"/>
                </a:solidFill>
              </a:defRPr>
            </a:lvl4pPr>
            <a:lvl5pPr algn="l">
              <a:defRPr sz="1600" b="0">
                <a:solidFill>
                  <a:srgbClr val="536B7B"/>
                </a:solidFill>
              </a:defRPr>
            </a:lvl5pPr>
            <a:lvl6pPr algn="l">
              <a:defRPr sz="1600" b="0">
                <a:solidFill>
                  <a:srgbClr val="536B7B"/>
                </a:solidFill>
              </a:defRPr>
            </a:lvl6pPr>
            <a:lvl7pPr algn="l">
              <a:defRPr sz="1600" b="0">
                <a:solidFill>
                  <a:srgbClr val="536B7B"/>
                </a:solidFill>
              </a:defRPr>
            </a:lvl7pPr>
            <a:lvl8pPr algn="l">
              <a:defRPr sz="1600" b="0">
                <a:solidFill>
                  <a:srgbClr val="536B7B"/>
                </a:solidFill>
              </a:defRPr>
            </a:lvl8pPr>
            <a:lvl9pPr algn="l">
              <a:defRPr sz="16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</a:rPr>
              <a:t>Prepare and pack input</a:t>
            </a:r>
          </a:p>
        </p:txBody>
      </p:sp>
      <p:sp>
        <p:nvSpPr>
          <p:cNvPr id="25" name="Template 12 object 25">
            <a:extLst xmlns:a="http://schemas.openxmlformats.org/drawingml/2006/main">
              <a:ext uri="{FF2B5EF4-FFF2-40B4-BE49-F238E27FC236}">
                <a16:creationId xmlns:a16="http://schemas.microsoft.com/office/drawing/2014/main" id="{F54A716C-AC3C-4AC6-9FF3-F647F6F1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Input buffer</a:t>
            </a:r>
          </a:p>
        </p:txBody>
      </p:sp>
      <p:sp>
        <p:nvSpPr>
          <p:cNvPr id="26" name="Template 12 object 26">
            <a:extLst xmlns:a="http://schemas.openxmlformats.org/drawingml/2006/main">
              <a:ext uri="{FF2B5EF4-FFF2-40B4-BE49-F238E27FC236}">
                <a16:creationId xmlns:a16="http://schemas.microsoft.com/office/drawing/2014/main" id="{A62A76DD-6391-4DA1-BF15-C3087DAB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0">
                <a:solidFill>
                  <a:srgbClr val="536B7B"/>
                </a:solidFill>
              </a:defRPr>
            </a:defPPr>
            <a:lvl1pPr algn="ctr">
              <a:defRPr sz="1600" b="0">
                <a:solidFill>
                  <a:srgbClr val="536B7B"/>
                </a:solidFill>
              </a:defRPr>
            </a:lvl1pPr>
            <a:lvl2pPr algn="ctr">
              <a:defRPr sz="1600" b="0">
                <a:solidFill>
                  <a:srgbClr val="536B7B"/>
                </a:solidFill>
              </a:defRPr>
            </a:lvl2pPr>
            <a:lvl3pPr algn="ctr">
              <a:defRPr sz="1600" b="0">
                <a:solidFill>
                  <a:srgbClr val="536B7B"/>
                </a:solidFill>
              </a:defRPr>
            </a:lvl3pPr>
            <a:lvl4pPr algn="ctr">
              <a:defRPr sz="1600" b="0">
                <a:solidFill>
                  <a:srgbClr val="536B7B"/>
                </a:solidFill>
              </a:defRPr>
            </a:lvl4pPr>
            <a:lvl5pPr algn="ctr">
              <a:defRPr sz="1600" b="0">
                <a:solidFill>
                  <a:srgbClr val="536B7B"/>
                </a:solidFill>
              </a:defRPr>
            </a:lvl5pPr>
            <a:lvl6pPr algn="ctr">
              <a:defRPr sz="1600" b="0">
                <a:solidFill>
                  <a:srgbClr val="536B7B"/>
                </a:solidFill>
              </a:defRPr>
            </a:lvl6pPr>
            <a:lvl7pPr algn="ctr">
              <a:defRPr sz="1600" b="0">
                <a:solidFill>
                  <a:srgbClr val="536B7B"/>
                </a:solidFill>
              </a:defRPr>
            </a:lvl7pPr>
            <a:lvl8pPr algn="ctr">
              <a:defRPr sz="1600" b="0">
                <a:solidFill>
                  <a:srgbClr val="536B7B"/>
                </a:solidFill>
              </a:defRPr>
            </a:lvl8pPr>
            <a:lvl9pPr algn="ctr">
              <a:defRPr sz="16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</a:rPr>
              <a:t>[Buffer type]</a:t>
            </a:r>
          </a:p>
        </p:txBody>
      </p:sp>
      <p:sp>
        <p:nvSpPr>
          <p:cNvPr id="27" name="Template 12 object 27">
            <a:extLst xmlns:a="http://schemas.openxmlformats.org/drawingml/2006/main">
              <a:ext uri="{FF2B5EF4-FFF2-40B4-BE49-F238E27FC236}">
                <a16:creationId xmlns:a16="http://schemas.microsoft.com/office/drawing/2014/main" id="{EA7C462B-F11B-473F-BA87-0DD196C0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Input buffer</a:t>
            </a:r>
          </a:p>
        </p:txBody>
      </p:sp>
      <p:cxnSp>
        <p:nvCxnSpPr>
          <p:cNvPr id="28" name="Template 12 object 28">
            <a:extLst xmlns:a="http://schemas.openxmlformats.org/drawingml/2006/main">
              <a:ext uri="{FF2B5EF4-FFF2-40B4-BE49-F238E27FC236}">
                <a16:creationId xmlns:a16="http://schemas.microsoft.com/office/drawing/2014/main" id="{07940BFF-99BD-41B4-8FE8-34230FEE436F}"/>
              </a:ext>
            </a:extLst>
          </p:cNvPr>
          <p:cNvCxnSpPr/>
          <p:nvPr/>
        </p:nvCxnSpPr>
        <p:spPr>
          <a:xfrm xmlns:a="http://schemas.openxmlformats.org/drawingml/2006/main">
            <a:off x="3657600" y="3000375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tailEnd type="triangle" w="lg" len="lg"/>
          </a:ln>
        </p:spPr>
      </p:cxnSp>
      <p:sp>
        <p:nvSpPr>
          <p:cNvPr id="29" name="Template 12 object 29">
            <a:extLst xmlns:a="http://schemas.openxmlformats.org/drawingml/2006/main">
              <a:ext uri="{FF2B5EF4-FFF2-40B4-BE49-F238E27FC236}">
                <a16:creationId xmlns:a16="http://schemas.microsoft.com/office/drawing/2014/main" id="{C77549DC-4027-4437-82B9-F939D9F4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098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007F82"/>
                </a:solidFill>
              </a:defRPr>
            </a:defPPr>
            <a:lvl1pPr algn="ctr">
              <a:defRPr sz="1600" b="1">
                <a:solidFill>
                  <a:srgbClr val="007F82"/>
                </a:solidFill>
              </a:defRPr>
            </a:lvl1pPr>
            <a:lvl2pPr algn="ctr">
              <a:defRPr sz="1600" b="1">
                <a:solidFill>
                  <a:srgbClr val="007F82"/>
                </a:solidFill>
              </a:defRPr>
            </a:lvl2pPr>
            <a:lvl3pPr algn="ctr">
              <a:defRPr sz="1600" b="1">
                <a:solidFill>
                  <a:srgbClr val="007F82"/>
                </a:solidFill>
              </a:defRPr>
            </a:lvl3pPr>
            <a:lvl4pPr algn="ctr">
              <a:defRPr sz="1600" b="1">
                <a:solidFill>
                  <a:srgbClr val="007F82"/>
                </a:solidFill>
              </a:defRPr>
            </a:lvl4pPr>
            <a:lvl5pPr algn="ctr">
              <a:defRPr sz="1600" b="1">
                <a:solidFill>
                  <a:srgbClr val="007F82"/>
                </a:solidFill>
              </a:defRPr>
            </a:lvl5pPr>
            <a:lvl6pPr algn="ctr">
              <a:defRPr sz="1600" b="1">
                <a:solidFill>
                  <a:srgbClr val="007F82"/>
                </a:solidFill>
              </a:defRPr>
            </a:lvl6pPr>
            <a:lvl7pPr algn="ctr">
              <a:defRPr sz="1600" b="1">
                <a:solidFill>
                  <a:srgbClr val="007F82"/>
                </a:solidFill>
              </a:defRPr>
            </a:lvl7pPr>
            <a:lvl8pPr algn="ctr">
              <a:defRPr sz="1600" b="1">
                <a:solidFill>
                  <a:srgbClr val="007F82"/>
                </a:solidFill>
              </a:defRPr>
            </a:lvl8pPr>
            <a:lvl9pPr algn="ctr">
              <a:defRPr sz="1600" b="1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007F82"/>
                </a:solidFill>
              </a:defRPr>
            </a:pPr>
            <a:r>
              <a:rPr sz="1600" b="1">
                <a:solidFill>
                  <a:srgbClr val="007F82"/>
                </a:solidFill>
              </a:rPr>
              <a:t>Transfer input</a:t>
            </a:r>
          </a:p>
        </p:txBody>
      </p:sp>
      <p:cxnSp>
        <p:nvCxnSpPr>
          <p:cNvPr id="30" name="Template 12 object 30">
            <a:extLst xmlns:a="http://schemas.openxmlformats.org/drawingml/2006/main">
              <a:ext uri="{FF2B5EF4-FFF2-40B4-BE49-F238E27FC236}">
                <a16:creationId xmlns:a16="http://schemas.microsoft.com/office/drawing/2014/main" id="{E8742370-D3DE-4E16-AF5C-75D4F568D50F}"/>
              </a:ext>
            </a:extLst>
          </p:cNvPr>
          <p:cNvCxnSpPr/>
          <p:nvPr/>
        </p:nvCxnSpPr>
        <p:spPr>
          <a:xfrm xmlns:a="http://schemas.openxmlformats.org/drawingml/2006/main">
            <a:off x="9753600" y="32766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tailEnd type="triangle" w="lg" len="lg"/>
          </a:ln>
        </p:spPr>
      </p:cxnSp>
      <p:sp>
        <p:nvSpPr>
          <p:cNvPr id="31" name="Template 12 object 31">
            <a:extLst xmlns:a="http://schemas.openxmlformats.org/drawingml/2006/main">
              <a:ext uri="{FF2B5EF4-FFF2-40B4-BE49-F238E27FC236}">
                <a16:creationId xmlns:a16="http://schemas.microsoft.com/office/drawing/2014/main" id="{F1B7AAD0-734B-4A7C-B09B-5FE6E804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7665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9525">
            <a:solidFill>
              <a:srgbClr val="007F82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</a:defRPr>
            </a:defPPr>
            <a:lvl1pPr algn="ctr">
              <a:defRPr sz="2000" b="1">
                <a:solidFill>
                  <a:srgbClr val="FFFFFF"/>
                </a:solidFill>
              </a:defRPr>
            </a:lvl1pPr>
            <a:lvl2pPr algn="ctr">
              <a:defRPr sz="2000" b="1">
                <a:solidFill>
                  <a:srgbClr val="FFFFFF"/>
                </a:solidFill>
              </a:defRPr>
            </a:lvl2pPr>
            <a:lvl3pPr algn="ctr">
              <a:defRPr sz="2000" b="1">
                <a:solidFill>
                  <a:srgbClr val="FFFFFF"/>
                </a:solidFill>
              </a:defRPr>
            </a:lvl3pPr>
            <a:lvl4pPr algn="ctr">
              <a:defRPr sz="2000" b="1">
                <a:solidFill>
                  <a:srgbClr val="FFFFFF"/>
                </a:solidFill>
              </a:defRPr>
            </a:lvl4pPr>
            <a:lvl5pPr algn="ctr">
              <a:defRPr sz="2000" b="1">
                <a:solidFill>
                  <a:srgbClr val="FFFFFF"/>
                </a:solidFill>
              </a:defRPr>
            </a:lvl5pPr>
            <a:lvl6pPr algn="ctr">
              <a:defRPr sz="2000" b="1">
                <a:solidFill>
                  <a:srgbClr val="FFFFFF"/>
                </a:solidFill>
              </a:defRPr>
            </a:lvl6pPr>
            <a:lvl7pPr algn="ctr">
              <a:defRPr sz="2000" b="1">
                <a:solidFill>
                  <a:srgbClr val="FFFFFF"/>
                </a:solidFill>
              </a:defRPr>
            </a:lvl7pPr>
            <a:lvl8pPr algn="ctr">
              <a:defRPr sz="2000" b="1">
                <a:solidFill>
                  <a:srgbClr val="FFFFFF"/>
                </a:solidFill>
              </a:defRPr>
            </a:lvl8pPr>
            <a:lvl9pPr algn="ctr">
              <a:defRPr sz="2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Apply processing</a:t>
            </a:r>
          </a:p>
        </p:txBody>
      </p:sp>
      <p:cxnSp>
        <p:nvCxnSpPr>
          <p:cNvPr id="32" name="Template 12 object 32">
            <a:extLst xmlns:a="http://schemas.openxmlformats.org/drawingml/2006/main">
              <a:ext uri="{FF2B5EF4-FFF2-40B4-BE49-F238E27FC236}">
                <a16:creationId xmlns:a16="http://schemas.microsoft.com/office/drawing/2014/main" id="{FCA949E1-DC5A-41D7-B17E-78BE8B277574}"/>
              </a:ext>
            </a:extLst>
          </p:cNvPr>
          <p:cNvCxnSpPr/>
          <p:nvPr/>
        </p:nvCxnSpPr>
        <p:spPr>
          <a:xfrm xmlns:a="http://schemas.openxmlformats.org/drawingml/2006/main">
            <a:off x="9753600" y="42291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tailEnd type="triangle" w="lg" len="lg"/>
          </a:ln>
        </p:spPr>
      </p:cxnSp>
      <p:sp>
        <p:nvSpPr>
          <p:cNvPr id="33" name="Template 12 object 33">
            <a:extLst xmlns:a="http://schemas.openxmlformats.org/drawingml/2006/main">
              <a:ext uri="{FF2B5EF4-FFF2-40B4-BE49-F238E27FC236}">
                <a16:creationId xmlns:a16="http://schemas.microsoft.com/office/drawing/2014/main" id="{C85979EA-A019-4229-AFAA-850E15D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958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200" b="1">
                <a:solidFill>
                  <a:srgbClr val="FFFFFF"/>
                </a:solidFill>
              </a:defRPr>
            </a:defPPr>
            <a:lvl1pPr algn="ctr">
              <a:defRPr sz="3200" b="1">
                <a:solidFill>
                  <a:srgbClr val="FFFFFF"/>
                </a:solidFill>
              </a:defRPr>
            </a:lvl1pPr>
            <a:lvl2pPr algn="ctr">
              <a:defRPr sz="3200" b="1">
                <a:solidFill>
                  <a:srgbClr val="FFFFFF"/>
                </a:solidFill>
              </a:defRPr>
            </a:lvl2pPr>
            <a:lvl3pPr algn="ctr">
              <a:defRPr sz="3200" b="1">
                <a:solidFill>
                  <a:srgbClr val="FFFFFF"/>
                </a:solidFill>
              </a:defRPr>
            </a:lvl3pPr>
            <a:lvl4pPr algn="ctr">
              <a:defRPr sz="3200" b="1">
                <a:solidFill>
                  <a:srgbClr val="FFFFFF"/>
                </a:solidFill>
              </a:defRPr>
            </a:lvl4pPr>
            <a:lvl5pPr algn="ctr">
              <a:defRPr sz="3200" b="1">
                <a:solidFill>
                  <a:srgbClr val="FFFFFF"/>
                </a:solidFill>
              </a:defRPr>
            </a:lvl5pPr>
            <a:lvl6pPr algn="ctr">
              <a:defRPr sz="3200" b="1">
                <a:solidFill>
                  <a:srgbClr val="FFFFFF"/>
                </a:solidFill>
              </a:defRPr>
            </a:lvl6pPr>
            <a:lvl7pPr algn="ctr">
              <a:defRPr sz="3200" b="1">
                <a:solidFill>
                  <a:srgbClr val="FFFFFF"/>
                </a:solidFill>
              </a:defRPr>
            </a:lvl7pPr>
            <a:lvl8pPr algn="ctr">
              <a:defRPr sz="3200" b="1">
                <a:solidFill>
                  <a:srgbClr val="FFFFFF"/>
                </a:solidFill>
              </a:defRPr>
            </a:lvl8pPr>
            <a:lvl9pPr algn="ctr">
              <a:defRPr sz="3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34" name="Template 12 object 34">
            <a:extLst xmlns:a="http://schemas.openxmlformats.org/drawingml/2006/main">
              <a:ext uri="{FF2B5EF4-FFF2-40B4-BE49-F238E27FC236}">
                <a16:creationId xmlns:a16="http://schemas.microsoft.com/office/drawing/2014/main" id="{75B01281-BC43-43EC-8234-27C3E0B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95800"/>
            <a:ext cx="1304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102A43"/>
                </a:solidFill>
              </a:defRPr>
            </a:defPPr>
            <a:lvl1pPr algn="l">
              <a:defRPr sz="1600" b="1">
                <a:solidFill>
                  <a:srgbClr val="102A43"/>
                </a:solidFill>
              </a:defRPr>
            </a:lvl1pPr>
            <a:lvl2pPr algn="l">
              <a:defRPr sz="1600" b="1">
                <a:solidFill>
                  <a:srgbClr val="102A43"/>
                </a:solidFill>
              </a:defRPr>
            </a:lvl2pPr>
            <a:lvl3pPr algn="l">
              <a:defRPr sz="1600" b="1">
                <a:solidFill>
                  <a:srgbClr val="102A43"/>
                </a:solidFill>
              </a:defRPr>
            </a:lvl3pPr>
            <a:lvl4pPr algn="l">
              <a:defRPr sz="1600" b="1">
                <a:solidFill>
                  <a:srgbClr val="102A43"/>
                </a:solidFill>
              </a:defRPr>
            </a:lvl4pPr>
            <a:lvl5pPr algn="l">
              <a:defRPr sz="1600" b="1">
                <a:solidFill>
                  <a:srgbClr val="102A43"/>
                </a:solidFill>
              </a:defRPr>
            </a:lvl5pPr>
            <a:lvl6pPr algn="l">
              <a:defRPr sz="1600" b="1">
                <a:solidFill>
                  <a:srgbClr val="102A43"/>
                </a:solidFill>
              </a:defRPr>
            </a:lvl6pPr>
            <a:lvl7pPr algn="l">
              <a:defRPr sz="1600" b="1">
                <a:solidFill>
                  <a:srgbClr val="102A43"/>
                </a:solidFill>
              </a:defRPr>
            </a:lvl7pPr>
            <a:lvl8pPr algn="l">
              <a:defRPr sz="1600" b="1">
                <a:solidFill>
                  <a:srgbClr val="102A43"/>
                </a:solidFill>
              </a:defRPr>
            </a:lvl8pPr>
            <a:lvl9pPr algn="l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Combine</a:t>
            </a:r>
          </a:p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outputs</a:t>
            </a:r>
          </a:p>
        </p:txBody>
      </p:sp>
      <p:cxnSp>
        <p:nvCxnSpPr>
          <p:cNvPr id="35" name="Template 12 object 35">
            <a:extLst xmlns:a="http://schemas.openxmlformats.org/drawingml/2006/main">
              <a:ext uri="{FF2B5EF4-FFF2-40B4-BE49-F238E27FC236}">
                <a16:creationId xmlns:a16="http://schemas.microsoft.com/office/drawing/2014/main" id="{A59956A3-16DB-477D-87F6-B9BDBADAF010}"/>
              </a:ext>
            </a:extLst>
          </p:cNvPr>
          <p:cNvCxnSpPr/>
          <p:nvPr/>
        </p:nvCxnSpPr>
        <p:spPr>
          <a:xfrm xmlns:a="http://schemas.openxmlformats.org/drawingml/2006/main">
            <a:off x="9753600" y="50292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3"/>
            </a:solidFill>
            <a:tailEnd type="triangle" w="lg" len="lg"/>
          </a:ln>
        </p:spPr>
      </p:cxnSp>
      <p:sp>
        <p:nvSpPr>
          <p:cNvPr id="36" name="Template 12 object 36">
            <a:extLst xmlns:a="http://schemas.openxmlformats.org/drawingml/2006/main">
              <a:ext uri="{FF2B5EF4-FFF2-40B4-BE49-F238E27FC236}">
                <a16:creationId xmlns:a16="http://schemas.microsoft.com/office/drawing/2014/main" id="{19EF0FEE-C1EC-4724-A57C-6A3814D2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5305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Output buffer</a:t>
            </a:r>
          </a:p>
        </p:txBody>
      </p:sp>
      <p:sp>
        <p:nvSpPr>
          <p:cNvPr id="37" name="Template 12 object 37">
            <a:extLst xmlns:a="http://schemas.openxmlformats.org/drawingml/2006/main">
              <a:ext uri="{FF2B5EF4-FFF2-40B4-BE49-F238E27FC236}">
                <a16:creationId xmlns:a16="http://schemas.microsoft.com/office/drawing/2014/main" id="{9A6A8698-D7A6-445E-9F3E-7767DBB5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Output buffer</a:t>
            </a:r>
          </a:p>
        </p:txBody>
      </p:sp>
      <p:cxnSp>
        <p:nvCxnSpPr>
          <p:cNvPr id="38" name="Template 12 object 38">
            <a:extLst xmlns:a="http://schemas.openxmlformats.org/drawingml/2006/main">
              <a:ext uri="{FF2B5EF4-FFF2-40B4-BE49-F238E27FC236}">
                <a16:creationId xmlns:a16="http://schemas.microsoft.com/office/drawing/2014/main" id="{DA7FC771-5E4E-4D78-939C-D52FBF5CA131}"/>
              </a:ext>
            </a:extLst>
          </p:cNvPr>
          <p:cNvCxnSpPr/>
          <p:nvPr/>
        </p:nvCxnSpPr>
        <p:spPr>
          <a:xfrm xmlns:a="http://schemas.openxmlformats.org/drawingml/2006/main" flipH="1">
            <a:off x="3695700" y="5629275"/>
            <a:ext cx="441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3"/>
            </a:solidFill>
            <a:tailEnd type="triangle" w="lg" len="lg"/>
          </a:ln>
        </p:spPr>
      </p:cxnSp>
      <p:sp>
        <p:nvSpPr>
          <p:cNvPr id="39" name="Template 12 object 39">
            <a:extLst xmlns:a="http://schemas.openxmlformats.org/drawingml/2006/main">
              <a:ext uri="{FF2B5EF4-FFF2-40B4-BE49-F238E27FC236}">
                <a16:creationId xmlns:a16="http://schemas.microsoft.com/office/drawing/2014/main" id="{F77E35DF-C081-4D9B-8870-FCFB8C44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197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Return output</a:t>
            </a:r>
          </a:p>
        </p:txBody>
      </p:sp>
      <p:sp>
        <p:nvSpPr>
          <p:cNvPr id="40" name="Template 12 object 40">
            <a:extLst xmlns:a="http://schemas.openxmlformats.org/drawingml/2006/main">
              <a:ext uri="{FF2B5EF4-FFF2-40B4-BE49-F238E27FC236}">
                <a16:creationId xmlns:a16="http://schemas.microsoft.com/office/drawing/2014/main" id="{F1BDFB1F-1AE7-4B12-BA5B-DF1716E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36B7B"/>
                </a:solidFill>
              </a:defRPr>
            </a:defPPr>
            <a:lvl1pPr algn="l">
              <a:defRPr sz="1600" b="0">
                <a:solidFill>
                  <a:srgbClr val="536B7B"/>
                </a:solidFill>
              </a:defRPr>
            </a:lvl1pPr>
            <a:lvl2pPr algn="l">
              <a:defRPr sz="1600" b="0">
                <a:solidFill>
                  <a:srgbClr val="536B7B"/>
                </a:solidFill>
              </a:defRPr>
            </a:lvl2pPr>
            <a:lvl3pPr algn="l">
              <a:defRPr sz="1600" b="0">
                <a:solidFill>
                  <a:srgbClr val="536B7B"/>
                </a:solidFill>
              </a:defRPr>
            </a:lvl3pPr>
            <a:lvl4pPr algn="l">
              <a:defRPr sz="1600" b="0">
                <a:solidFill>
                  <a:srgbClr val="536B7B"/>
                </a:solidFill>
              </a:defRPr>
            </a:lvl4pPr>
            <a:lvl5pPr algn="l">
              <a:defRPr sz="1600" b="0">
                <a:solidFill>
                  <a:srgbClr val="536B7B"/>
                </a:solidFill>
              </a:defRPr>
            </a:lvl5pPr>
            <a:lvl6pPr algn="l">
              <a:defRPr sz="1600" b="0">
                <a:solidFill>
                  <a:srgbClr val="536B7B"/>
                </a:solidFill>
              </a:defRPr>
            </a:lvl6pPr>
            <a:lvl7pPr algn="l">
              <a:defRPr sz="1600" b="0">
                <a:solidFill>
                  <a:srgbClr val="536B7B"/>
                </a:solidFill>
              </a:defRPr>
            </a:lvl7pPr>
            <a:lvl8pPr algn="l">
              <a:defRPr sz="1600" b="0">
                <a:solidFill>
                  <a:srgbClr val="536B7B"/>
                </a:solidFill>
              </a:defRPr>
            </a:lvl8pPr>
            <a:lvl9pPr algn="l">
              <a:defRPr sz="16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</a:rPr>
              <a:t>[Explain the memory or transfer constraint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</a:rPr>
              <a:t>that affects this design.]</a:t>
            </a:r>
          </a:p>
        </p:txBody>
      </p:sp>
      <p:sp>
        <p:nvSpPr>
          <p:cNvPr id="41" name="Template 12 object 41">
            <a:extLst xmlns:a="http://schemas.openxmlformats.org/drawingml/2006/main">
              <a:ext uri="{FF2B5EF4-FFF2-40B4-BE49-F238E27FC236}">
                <a16:creationId xmlns:a16="http://schemas.microsoft.com/office/drawing/2014/main" id="{3731547F-D51B-4960-A1B2-2DD1DDA2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0">
                <a:solidFill>
                  <a:srgbClr val="536B7B"/>
                </a:solidFill>
              </a:defRPr>
            </a:defPPr>
            <a:lvl1pPr algn="ctr">
              <a:defRPr sz="1600" b="0">
                <a:solidFill>
                  <a:srgbClr val="536B7B"/>
                </a:solidFill>
              </a:defRPr>
            </a:lvl1pPr>
            <a:lvl2pPr algn="ctr">
              <a:defRPr sz="1600" b="0">
                <a:solidFill>
                  <a:srgbClr val="536B7B"/>
                </a:solidFill>
              </a:defRPr>
            </a:lvl2pPr>
            <a:lvl3pPr algn="ctr">
              <a:defRPr sz="1600" b="0">
                <a:solidFill>
                  <a:srgbClr val="536B7B"/>
                </a:solidFill>
              </a:defRPr>
            </a:lvl3pPr>
            <a:lvl4pPr algn="ctr">
              <a:defRPr sz="1600" b="0">
                <a:solidFill>
                  <a:srgbClr val="536B7B"/>
                </a:solidFill>
              </a:defRPr>
            </a:lvl4pPr>
            <a:lvl5pPr algn="ctr">
              <a:defRPr sz="1600" b="0">
                <a:solidFill>
                  <a:srgbClr val="536B7B"/>
                </a:solidFill>
              </a:defRPr>
            </a:lvl5pPr>
            <a:lvl6pPr algn="ctr">
              <a:defRPr sz="1600" b="0">
                <a:solidFill>
                  <a:srgbClr val="536B7B"/>
                </a:solidFill>
              </a:defRPr>
            </a:lvl6pPr>
            <a:lvl7pPr algn="ctr">
              <a:defRPr sz="1600" b="0">
                <a:solidFill>
                  <a:srgbClr val="536B7B"/>
                </a:solidFill>
              </a:defRPr>
            </a:lvl7pPr>
            <a:lvl8pPr algn="ctr">
              <a:defRPr sz="1600" b="0">
                <a:solidFill>
                  <a:srgbClr val="536B7B"/>
                </a:solidFill>
              </a:defRPr>
            </a:lvl8pPr>
            <a:lvl9pPr algn="ctr">
              <a:defRPr sz="16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</a:rPr>
              <a:t>[Buffer type]</a:t>
            </a:r>
          </a:p>
        </p:txBody>
      </p:sp>
      <p:sp>
        <p:nvSpPr>
          <p:cNvPr id="42" name="Template 12 object 42">
            <a:extLst xmlns:a="http://schemas.openxmlformats.org/drawingml/2006/main">
              <a:ext uri="{FF2B5EF4-FFF2-40B4-BE49-F238E27FC236}">
                <a16:creationId xmlns:a16="http://schemas.microsoft.com/office/drawing/2014/main" id="{40D91ADD-78D9-4120-B953-E7136899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388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00" b="0">
                <a:solidFill>
                  <a:srgbClr val="536B7B"/>
                </a:solidFill>
              </a:defRPr>
            </a:defPPr>
            <a:lvl1pPr algn="r">
              <a:defRPr sz="1600" b="0">
                <a:solidFill>
                  <a:srgbClr val="536B7B"/>
                </a:solidFill>
              </a:defRPr>
            </a:lvl1pPr>
            <a:lvl2pPr algn="r">
              <a:defRPr sz="1600" b="0">
                <a:solidFill>
                  <a:srgbClr val="536B7B"/>
                </a:solidFill>
              </a:defRPr>
            </a:lvl2pPr>
            <a:lvl3pPr algn="r">
              <a:defRPr sz="1600" b="0">
                <a:solidFill>
                  <a:srgbClr val="536B7B"/>
                </a:solidFill>
              </a:defRPr>
            </a:lvl3pPr>
            <a:lvl4pPr algn="r">
              <a:defRPr sz="1600" b="0">
                <a:solidFill>
                  <a:srgbClr val="536B7B"/>
                </a:solidFill>
              </a:defRPr>
            </a:lvl4pPr>
            <a:lvl5pPr algn="r">
              <a:defRPr sz="1600" b="0">
                <a:solidFill>
                  <a:srgbClr val="536B7B"/>
                </a:solidFill>
              </a:defRPr>
            </a:lvl5pPr>
            <a:lvl6pPr algn="r">
              <a:defRPr sz="1600" b="0">
                <a:solidFill>
                  <a:srgbClr val="536B7B"/>
                </a:solidFill>
              </a:defRPr>
            </a:lvl6pPr>
            <a:lvl7pPr algn="r">
              <a:defRPr sz="1600" b="0">
                <a:solidFill>
                  <a:srgbClr val="536B7B"/>
                </a:solidFill>
              </a:defRPr>
            </a:lvl7pPr>
            <a:lvl8pPr algn="r">
              <a:defRPr sz="1600" b="0">
                <a:solidFill>
                  <a:srgbClr val="536B7B"/>
                </a:solidFill>
              </a:defRPr>
            </a:lvl8pPr>
            <a:lvl9pPr algn="r">
              <a:defRPr sz="16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r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</a:rPr>
              <a:t>[Identify state retained between processing calls.]</a:t>
            </a:r>
          </a:p>
        </p:txBody>
      </p:sp>
    </p:spTree>
    <p:extLst>
      <p:ext uri="{BB962C8B-B14F-4D97-AF65-F5344CB8AC3E}">
        <p14:creationId xmlns:p14="http://schemas.microsoft.com/office/powerpoint/2010/main" val="1983184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mplate 13 object 13">
            <a:extLst xmlns:a="http://schemas.openxmlformats.org/drawingml/2006/main">
              <a:ext uri="{FF2B5EF4-FFF2-40B4-BE49-F238E27FC236}">
                <a16:creationId xmlns:a16="http://schemas.microsoft.com/office/drawing/2014/main" id="{0E0EC9CE-DCE8-4222-B4F0-4F64F516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PROCESSING COSTS · DEMO DATA</a:t>
            </a:r>
          </a:p>
        </p:txBody>
      </p:sp>
      <p:sp>
        <p:nvSpPr>
          <p:cNvPr id="2" name="Template 13 object 2">
            <a:extLst xmlns:a="http://schemas.openxmlformats.org/drawingml/2006/main">
              <a:ext uri="{FF2B5EF4-FFF2-40B4-BE49-F238E27FC236}">
                <a16:creationId xmlns:a16="http://schemas.microsoft.com/office/drawing/2014/main" id="{96EFA53E-C132-40BB-A120-90C25210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[Where processing time is spent]</a:t>
            </a:r>
          </a:p>
        </p:txBody>
      </p:sp>
      <p:sp>
        <p:nvSpPr>
          <p:cNvPr id="6" name="Template 13 object 6">
            <a:extLst xmlns:a="http://schemas.openxmlformats.org/drawingml/2006/main">
              <a:ext uri="{FF2B5EF4-FFF2-40B4-BE49-F238E27FC236}">
                <a16:creationId xmlns:a16="http://schemas.microsoft.com/office/drawing/2014/main" id="{163C945B-1788-4C52-A94C-F51A15B9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Illustrative component costs (units)</a:t>
            </a:r>
          </a:p>
        </p:txBody>
      </p:sp>
      <p:graphicFrame>
        <p:nvGraphicFramePr>
          <p:cNvPr id="7" name="Template 13 object 7">
            <a:extLst xmlns:a="http://schemas.openxmlformats.org/drawingml/2006/main">
              <a:ext uri="{FF2B5EF4-FFF2-40B4-BE49-F238E27FC236}">
                <a16:creationId xmlns:a16="http://schemas.microsoft.com/office/drawing/2014/main" id="{96512A29-F128-46B0-8AB1-5EC89AE3E996}"/>
              </a:ext>
            </a:extLst>
          </p:cNvPr>
          <p:cNvGraphicFramePr/>
          <p:nvPr/>
        </p:nvGraphicFramePr>
        <p:xfrm>
          <a:off xmlns:a="http://schemas.openxmlformats.org/drawingml/2006/main" x="609600" y="2400300"/>
          <a:ext xmlns:a="http://schemas.openxmlformats.org/drawingml/2006/main" cx="7667625" cy="2419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84ea9035f041d2"/>
          </a:graphicData>
        </a:graphic>
      </p:graphicFrame>
      <p:sp>
        <p:nvSpPr>
          <p:cNvPr id="8" name="Template 13 object 8">
            <a:extLst xmlns:a="http://schemas.openxmlformats.org/drawingml/2006/main">
              <a:ext uri="{FF2B5EF4-FFF2-40B4-BE49-F238E27FC236}">
                <a16:creationId xmlns:a16="http://schemas.microsoft.com/office/drawing/2014/main" id="{526059D3-364E-44EA-972D-9E1BDCF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95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2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mplate 13 object 9">
            <a:extLst xmlns:a="http://schemas.openxmlformats.org/drawingml/2006/main">
              <a:ext uri="{FF2B5EF4-FFF2-40B4-BE49-F238E27FC236}">
                <a16:creationId xmlns:a16="http://schemas.microsoft.com/office/drawing/2014/main" id="{C6A70F09-5954-4B32-A774-B23B3C82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336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100 units</a:t>
            </a:r>
          </a:p>
        </p:txBody>
      </p:sp>
      <p:sp>
        <p:nvSpPr>
          <p:cNvPr id="10" name="Template 13 object 10">
            <a:extLst xmlns:a="http://schemas.openxmlformats.org/drawingml/2006/main">
              <a:ext uri="{FF2B5EF4-FFF2-40B4-BE49-F238E27FC236}">
                <a16:creationId xmlns:a16="http://schemas.microsoft.com/office/drawing/2014/main" id="{FCF1ADC9-2A07-48F0-96B1-F8C69BB6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480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Illustrative total</a:t>
            </a:r>
          </a:p>
        </p:txBody>
      </p:sp>
      <p:sp>
        <p:nvSpPr>
          <p:cNvPr id="11" name="Template 13 object 11">
            <a:extLst xmlns:a="http://schemas.openxmlformats.org/drawingml/2006/main">
              <a:ext uri="{FF2B5EF4-FFF2-40B4-BE49-F238E27FC236}">
                <a16:creationId xmlns:a16="http://schemas.microsoft.com/office/drawing/2014/main" id="{5C84624B-347E-411B-86C5-02B6FE2B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052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[Workload size]</a:t>
            </a:r>
          </a:p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[Concurrency]</a:t>
            </a:r>
          </a:p>
        </p:txBody>
      </p:sp>
      <p:sp>
        <p:nvSpPr>
          <p:cNvPr id="14" name="Template 13 object 14">
            <a:extLst xmlns:a="http://schemas.openxmlformats.org/drawingml/2006/main">
              <a:ext uri="{FF2B5EF4-FFF2-40B4-BE49-F238E27FC236}">
                <a16:creationId xmlns:a16="http://schemas.microsoft.com/office/drawing/2014/main" id="{9EA8B43D-6DBE-402D-BCB1-288E0D67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5" name="Template 13 object 15">
            <a:extLst xmlns:a="http://schemas.openxmlformats.org/drawingml/2006/main">
              <a:ext uri="{FF2B5EF4-FFF2-40B4-BE49-F238E27FC236}">
                <a16:creationId xmlns:a16="http://schemas.microsoft.com/office/drawing/2014/main" id="{21E2825E-1AD8-4CAD-8A5B-DDBC90AB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16" name="Template 13 object 16">
            <a:extLst xmlns:a="http://schemas.openxmlformats.org/drawingml/2006/main">
              <a:ext uri="{FF2B5EF4-FFF2-40B4-BE49-F238E27FC236}">
                <a16:creationId xmlns:a16="http://schemas.microsoft.com/office/drawing/2014/main" id="{39E43259-9AD2-4C3A-A73F-706B194B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9102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[Add variability</a:t>
            </a:r>
          </a:p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or worst-case result]</a:t>
            </a:r>
          </a:p>
        </p:txBody>
      </p:sp>
      <p:sp>
        <p:nvSpPr>
          <p:cNvPr id="17" name="Template 13 object 17">
            <a:extLst xmlns:a="http://schemas.openxmlformats.org/drawingml/2006/main">
              <a:ext uri="{FF2B5EF4-FFF2-40B4-BE49-F238E27FC236}">
                <a16:creationId xmlns:a16="http://schemas.microsoft.com/office/drawing/2014/main" id="{022A197D-6646-45E7-A88E-CE8CAE36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Workload: [representative input and processing configuration].</a:t>
            </a:r>
          </a:p>
        </p:txBody>
      </p:sp>
      <p:sp>
        <p:nvSpPr>
          <p:cNvPr id="18" name="Template 13 object 18">
            <a:extLst xmlns:a="http://schemas.openxmlformats.org/drawingml/2006/main">
              <a:ext uri="{FF2B5EF4-FFF2-40B4-BE49-F238E27FC236}">
                <a16:creationId xmlns:a16="http://schemas.microsoft.com/office/drawing/2014/main" id="{FA0FE7A9-0680-49F5-9F15-6A84228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Method: [statistic, duration, repetitions, and concurrency].</a:t>
            </a:r>
          </a:p>
        </p:txBody>
      </p:sp>
      <p:sp>
        <p:nvSpPr>
          <p:cNvPr id="19" name="Template 13 object 19">
            <a:extLst xmlns:a="http://schemas.openxmlformats.org/drawingml/2006/main">
              <a:ext uri="{FF2B5EF4-FFF2-40B4-BE49-F238E27FC236}">
                <a16:creationId xmlns:a16="http://schemas.microsoft.com/office/drawing/2014/main" id="{31302ECF-73DF-4834-BFB9-EE16A22A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Environment: [hardware, software, and relevant versions].</a:t>
            </a:r>
          </a:p>
        </p:txBody>
      </p:sp>
      <p:sp>
        <p:nvSpPr>
          <p:cNvPr id="20" name="Template 13 object 20">
            <a:extLst xmlns:a="http://schemas.openxmlformats.org/drawingml/2006/main">
              <a:ext uri="{FF2B5EF4-FFF2-40B4-BE49-F238E27FC236}">
                <a16:creationId xmlns:a16="http://schemas.microsoft.com/office/drawing/2014/main" id="{6561AA24-3178-4931-B0D9-44A71D34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[State the processing budget and its practical meaning.]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[Distinguish component costs from end-to-end measurements.]</a:t>
            </a:r>
          </a:p>
        </p:txBody>
      </p:sp>
    </p:spTree>
    <p:extLst>
      <p:ext uri="{BB962C8B-B14F-4D97-AF65-F5344CB8AC3E}">
        <p14:creationId xmlns:p14="http://schemas.microsoft.com/office/powerpoint/2010/main" val="4403875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mplate 14 object 11">
            <a:extLst xmlns:a="http://schemas.openxmlformats.org/drawingml/2006/main">
              <a:ext uri="{FF2B5EF4-FFF2-40B4-BE49-F238E27FC236}">
                <a16:creationId xmlns:a16="http://schemas.microsoft.com/office/drawing/2014/main" id="{D877DCCB-5DB1-4955-9F84-5E8DA5D1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SCALING · DEMO DATA</a:t>
            </a:r>
          </a:p>
        </p:txBody>
      </p:sp>
      <p:sp>
        <p:nvSpPr>
          <p:cNvPr id="2" name="Template 14 object 2">
            <a:extLst xmlns:a="http://schemas.openxmlformats.org/drawingml/2006/main">
              <a:ext uri="{FF2B5EF4-FFF2-40B4-BE49-F238E27FC236}">
                <a16:creationId xmlns:a16="http://schemas.microsoft.com/office/drawing/2014/main" id="{BA0DA91F-5E00-44E1-9153-BAE86890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[How performance changes with workload]</a:t>
            </a:r>
          </a:p>
        </p:txBody>
      </p:sp>
      <p:graphicFrame>
        <p:nvGraphicFramePr>
          <p:cNvPr id="6" name="Template 14 object 6">
            <a:extLst xmlns:a="http://schemas.openxmlformats.org/drawingml/2006/main">
              <a:ext uri="{FF2B5EF4-FFF2-40B4-BE49-F238E27FC236}">
                <a16:creationId xmlns:a16="http://schemas.microsoft.com/office/drawing/2014/main" id="{3CFF48AA-E5B6-4686-9DA4-92F1F1ADB076}"/>
              </a:ext>
            </a:extLst>
          </p:cNvPr>
          <p:cNvGraphicFramePr/>
          <p:nvPr/>
        </p:nvGraphicFramePr>
        <p:xfrm>
          <a:off xmlns:a="http://schemas.openxmlformats.org/drawingml/2006/main" x="628650" y="1971675"/>
          <a:ext xmlns:a="http://schemas.openxmlformats.org/drawingml/2006/main" cx="8667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756ceb0be2460f"/>
          </a:graphicData>
        </a:graphic>
      </p:graphicFrame>
      <p:sp>
        <p:nvSpPr>
          <p:cNvPr id="7" name="Template 14 object 7">
            <a:extLst xmlns:a="http://schemas.openxmlformats.org/drawingml/2006/main">
              <a:ext uri="{FF2B5EF4-FFF2-40B4-BE49-F238E27FC236}">
                <a16:creationId xmlns:a16="http://schemas.microsoft.com/office/drawing/2014/main" id="{45F54667-DD7F-4384-8ACA-09C125C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971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0.6 units</a:t>
            </a:r>
          </a:p>
        </p:txBody>
      </p:sp>
      <p:sp>
        <p:nvSpPr>
          <p:cNvPr id="8" name="Template 14 object 8">
            <a:extLst xmlns:a="http://schemas.openxmlformats.org/drawingml/2006/main">
              <a:ext uri="{FF2B5EF4-FFF2-40B4-BE49-F238E27FC236}">
                <a16:creationId xmlns:a16="http://schemas.microsoft.com/office/drawing/2014/main" id="{C4AC87C7-A364-4B15-8356-5E88778B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97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Workload 32</a:t>
            </a:r>
          </a:p>
        </p:txBody>
      </p:sp>
      <p:sp>
        <p:nvSpPr>
          <p:cNvPr id="9" name="Template 14 object 9">
            <a:extLst xmlns:a="http://schemas.openxmlformats.org/drawingml/2006/main">
              <a:ext uri="{FF2B5EF4-FFF2-40B4-BE49-F238E27FC236}">
                <a16:creationId xmlns:a16="http://schemas.microsoft.com/office/drawing/2014/main" id="{E0DD7C40-6938-4824-BE70-241468D1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0"/>
            <a:ext cx="1971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[Add worst-case</a:t>
            </a:r>
          </a:p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observation]</a:t>
            </a:r>
          </a:p>
        </p:txBody>
      </p:sp>
      <p:sp>
        <p:nvSpPr>
          <p:cNvPr id="10" name="Template 14 object 10">
            <a:extLst xmlns:a="http://schemas.openxmlformats.org/drawingml/2006/main">
              <a:ext uri="{FF2B5EF4-FFF2-40B4-BE49-F238E27FC236}">
                <a16:creationId xmlns:a16="http://schemas.microsoft.com/office/drawing/2014/main" id="{117B58A1-BC07-4777-9AEA-C5BA081B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Workload: [the variable being increased and the fixed configuration].</a:t>
            </a:r>
          </a:p>
        </p:txBody>
      </p:sp>
      <p:sp>
        <p:nvSpPr>
          <p:cNvPr id="12" name="Template 14 object 12">
            <a:extLst xmlns:a="http://schemas.openxmlformats.org/drawingml/2006/main">
              <a:ext uri="{FF2B5EF4-FFF2-40B4-BE49-F238E27FC236}">
                <a16:creationId xmlns:a16="http://schemas.microsoft.com/office/drawing/2014/main" id="{132B3289-5D2F-41AE-89DB-C15617F2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3" name="Template 14 object 13">
            <a:extLst xmlns:a="http://schemas.openxmlformats.org/drawingml/2006/main">
              <a:ext uri="{FF2B5EF4-FFF2-40B4-BE49-F238E27FC236}">
                <a16:creationId xmlns:a16="http://schemas.microsoft.com/office/drawing/2014/main" id="{4F9F4C12-9A94-4B54-8268-5CF37488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14" name="Template 14 object 14">
            <a:extLst xmlns:a="http://schemas.openxmlformats.org/drawingml/2006/main">
              <a:ext uri="{FF2B5EF4-FFF2-40B4-BE49-F238E27FC236}">
                <a16:creationId xmlns:a16="http://schemas.microsoft.com/office/drawing/2014/main" id="{9DF8E056-ADA3-4178-8CAD-CCFC3FDD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Illustrative series only. Replace every value before presenting.</a:t>
            </a:r>
          </a:p>
        </p:txBody>
      </p:sp>
      <p:sp>
        <p:nvSpPr>
          <p:cNvPr id="15" name="Template 14 object 15">
            <a:extLst xmlns:a="http://schemas.openxmlformats.org/drawingml/2006/main">
              <a:ext uri="{FF2B5EF4-FFF2-40B4-BE49-F238E27FC236}">
                <a16:creationId xmlns:a16="http://schemas.microsoft.com/office/drawing/2014/main" id="{9787B559-3614-4ACB-81C0-0F4AF40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Method: [measurement statistic, repetition count, and uncertainty].</a:t>
            </a:r>
          </a:p>
        </p:txBody>
      </p:sp>
      <p:sp>
        <p:nvSpPr>
          <p:cNvPr id="16" name="Template 14 object 16">
            <a:extLst xmlns:a="http://schemas.openxmlformats.org/drawingml/2006/main">
              <a:ext uri="{FF2B5EF4-FFF2-40B4-BE49-F238E27FC236}">
                <a16:creationId xmlns:a16="http://schemas.microsoft.com/office/drawing/2014/main" id="{F9BB2982-E386-4E2A-B140-4A5F24E4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Environment: [hardware, software, and relevant versions].</a:t>
            </a:r>
          </a:p>
        </p:txBody>
      </p:sp>
      <p:sp>
        <p:nvSpPr>
          <p:cNvPr id="17" name="Template 14 object 17">
            <a:extLst xmlns:a="http://schemas.openxmlformats.org/drawingml/2006/main">
              <a:ext uri="{FF2B5EF4-FFF2-40B4-BE49-F238E27FC236}">
                <a16:creationId xmlns:a16="http://schemas.microsoft.com/office/drawing/2014/main" id="{BBD7C47E-96F6-467D-AD6C-094BECE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81200"/>
            <a:ext cx="197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Illustrative total</a:t>
            </a:r>
          </a:p>
        </p:txBody>
      </p:sp>
      <p:sp>
        <p:nvSpPr>
          <p:cNvPr id="18" name="Template 14 object 18">
            <a:extLst xmlns:a="http://schemas.openxmlformats.org/drawingml/2006/main">
              <a:ext uri="{FF2B5EF4-FFF2-40B4-BE49-F238E27FC236}">
                <a16:creationId xmlns:a16="http://schemas.microsoft.com/office/drawing/2014/main" id="{2F1F2080-3821-4F1B-A1D4-191D1D8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76625"/>
            <a:ext cx="197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Workload 64</a:t>
            </a:r>
          </a:p>
        </p:txBody>
      </p:sp>
      <p:sp>
        <p:nvSpPr>
          <p:cNvPr id="19" name="Template 14 object 19">
            <a:extLst xmlns:a="http://schemas.openxmlformats.org/drawingml/2006/main">
              <a:ext uri="{FF2B5EF4-FFF2-40B4-BE49-F238E27FC236}">
                <a16:creationId xmlns:a16="http://schemas.microsoft.com/office/drawing/2014/main" id="{C497F19C-BEE9-45EF-BB46-0A457ED9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00475"/>
            <a:ext cx="1971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1.2 units</a:t>
            </a:r>
          </a:p>
        </p:txBody>
      </p:sp>
    </p:spTree>
    <p:extLst>
      <p:ext uri="{BB962C8B-B14F-4D97-AF65-F5344CB8AC3E}">
        <p14:creationId xmlns:p14="http://schemas.microsoft.com/office/powerpoint/2010/main" val="9727249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mplate 15 object 17">
            <a:extLst xmlns:a="http://schemas.openxmlformats.org/drawingml/2006/main">
              <a:ext uri="{FF2B5EF4-FFF2-40B4-BE49-F238E27FC236}">
                <a16:creationId xmlns:a16="http://schemas.microsoft.com/office/drawing/2014/main" id="{BB440C0F-AE82-4854-B566-F608E10C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8" name="Template 15 object 18">
            <a:extLst xmlns:a="http://schemas.openxmlformats.org/drawingml/2006/main">
              <a:ext uri="{FF2B5EF4-FFF2-40B4-BE49-F238E27FC236}">
                <a16:creationId xmlns:a16="http://schemas.microsoft.com/office/drawing/2014/main" id="{6FCFBCE6-659B-473B-9700-EAB7407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20" name="Template 15 object 20">
            <a:extLst xmlns:a="http://schemas.openxmlformats.org/drawingml/2006/main">
              <a:ext uri="{FF2B5EF4-FFF2-40B4-BE49-F238E27FC236}">
                <a16:creationId xmlns:a16="http://schemas.microsoft.com/office/drawing/2014/main" id="{39EC7025-1D14-4B93-9B79-B631FEC5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USE CASE 1 · DEMO DATA</a:t>
            </a:r>
          </a:p>
        </p:txBody>
      </p:sp>
      <p:sp>
        <p:nvSpPr>
          <p:cNvPr id="21" name="Template 15 object 21">
            <a:extLst xmlns:a="http://schemas.openxmlformats.org/drawingml/2006/main">
              <a:ext uri="{FF2B5EF4-FFF2-40B4-BE49-F238E27FC236}">
                <a16:creationId xmlns:a16="http://schemas.microsoft.com/office/drawing/2014/main" id="{48046955-865A-456E-B671-62075655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[Scenario and practical outcome]</a:t>
            </a:r>
          </a:p>
        </p:txBody>
      </p:sp>
      <p:sp>
        <p:nvSpPr>
          <p:cNvPr id="22" name="Template 15 object 22">
            <a:extLst xmlns:a="http://schemas.openxmlformats.org/drawingml/2006/main">
              <a:ext uri="{FF2B5EF4-FFF2-40B4-BE49-F238E27FC236}">
                <a16:creationId xmlns:a16="http://schemas.microsoft.com/office/drawing/2014/main" id="{EF4AAEDB-511F-4F40-B700-4CDC8E69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[Describe the scenario and the two conditions being compared.]</a:t>
            </a:r>
          </a:p>
        </p:txBody>
      </p:sp>
      <p:sp>
        <p:nvSpPr>
          <p:cNvPr id="23" name="Template 15 object 23">
            <a:extLst xmlns:a="http://schemas.openxmlformats.org/drawingml/2006/main">
              <a:ext uri="{FF2B5EF4-FFF2-40B4-BE49-F238E27FC236}">
                <a16:creationId xmlns:a16="http://schemas.microsoft.com/office/drawing/2014/main" id="{D27869FC-ACA5-45E8-ACF7-0A7AB710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[Scenario image]</a:t>
            </a:r>
          </a:p>
        </p:txBody>
      </p:sp>
      <p:sp>
        <p:nvSpPr>
          <p:cNvPr id="24" name="Template 15 object 24">
            <a:extLst xmlns:a="http://schemas.openxmlformats.org/drawingml/2006/main">
              <a:ext uri="{FF2B5EF4-FFF2-40B4-BE49-F238E27FC236}">
                <a16:creationId xmlns:a16="http://schemas.microsoft.com/office/drawing/2014/main" id="{6BC2CE2B-1584-4E5D-B204-3B5C69A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Scenario</a:t>
            </a:r>
          </a:p>
        </p:txBody>
      </p:sp>
      <p:sp>
        <p:nvSpPr>
          <p:cNvPr id="25" name="Template 15 object 25">
            <a:extLst xmlns:a="http://schemas.openxmlformats.org/drawingml/2006/main">
              <a:ext uri="{FF2B5EF4-FFF2-40B4-BE49-F238E27FC236}">
                <a16:creationId xmlns:a16="http://schemas.microsoft.com/office/drawing/2014/main" id="{604D3EE3-0DCC-43C9-9192-6FF8E0E0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200650"/>
            <a:ext cx="1457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</a:defRPr>
            </a:defPPr>
            <a:lvl1pPr algn="ctr">
              <a:defRPr sz="1600" b="1">
                <a:solidFill>
                  <a:srgbClr val="FFFFFF"/>
                </a:solidFill>
              </a:defRPr>
            </a:lvl1pPr>
            <a:lvl2pPr algn="ctr">
              <a:defRPr sz="1600" b="1">
                <a:solidFill>
                  <a:srgbClr val="FFFFFF"/>
                </a:solidFill>
              </a:defRPr>
            </a:lvl2pPr>
            <a:lvl3pPr algn="ctr">
              <a:defRPr sz="1600" b="1">
                <a:solidFill>
                  <a:srgbClr val="FFFFFF"/>
                </a:solidFill>
              </a:defRPr>
            </a:lvl3pPr>
            <a:lvl4pPr algn="ctr">
              <a:defRPr sz="1600" b="1">
                <a:solidFill>
                  <a:srgbClr val="FFFFFF"/>
                </a:solidFill>
              </a:defRPr>
            </a:lvl4pPr>
            <a:lvl5pPr algn="ctr">
              <a:defRPr sz="1600" b="1">
                <a:solidFill>
                  <a:srgbClr val="FFFFFF"/>
                </a:solidFill>
              </a:defRPr>
            </a:lvl5pPr>
            <a:lvl6pPr algn="ctr">
              <a:defRPr sz="1600" b="1">
                <a:solidFill>
                  <a:srgbClr val="FFFFFF"/>
                </a:solidFill>
              </a:defRPr>
            </a:lvl6pPr>
            <a:lvl7pPr algn="ctr">
              <a:defRPr sz="1600" b="1">
                <a:solidFill>
                  <a:srgbClr val="FFFFFF"/>
                </a:solidFill>
              </a:defRPr>
            </a:lvl7pPr>
            <a:lvl8pPr algn="ctr">
              <a:defRPr sz="1600" b="1">
                <a:solidFill>
                  <a:srgbClr val="FFFFFF"/>
                </a:solidFill>
              </a:defRPr>
            </a:lvl8pPr>
            <a:lvl9pPr algn="ctr">
              <a:defRPr sz="1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Engine</a:t>
            </a:r>
          </a:p>
        </p:txBody>
      </p:sp>
      <p:sp>
        <p:nvSpPr>
          <p:cNvPr id="26" name="Template 15 object 26">
            <a:extLst xmlns:a="http://schemas.openxmlformats.org/drawingml/2006/main">
              <a:ext uri="{FF2B5EF4-FFF2-40B4-BE49-F238E27FC236}">
                <a16:creationId xmlns:a16="http://schemas.microsoft.com/office/drawing/2014/main" id="{45E11A37-D270-4CAE-B4A2-1D335CE7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200650"/>
            <a:ext cx="1209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Systems</a:t>
            </a:r>
          </a:p>
        </p:txBody>
      </p:sp>
      <p:cxnSp>
        <p:nvCxnSpPr>
          <p:cNvPr id="27" name="Template 15 object 27">
            <a:extLst xmlns:a="http://schemas.openxmlformats.org/drawingml/2006/main">
              <a:ext uri="{FF2B5EF4-FFF2-40B4-BE49-F238E27FC236}">
                <a16:creationId xmlns:a16="http://schemas.microsoft.com/office/drawing/2014/main" id="{D1488B60-7291-4E89-929E-829FA942BC48}"/>
              </a:ext>
            </a:extLst>
          </p:cNvPr>
          <p:cNvCxnSpPr/>
          <p:nvPr/>
        </p:nvCxnSpPr>
        <p:spPr>
          <a:xfrm xmlns:a="http://schemas.openxmlformats.org/drawingml/2006/main">
            <a:off x="2076450" y="5457825"/>
            <a:ext cx="4476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tailEnd type="triangle" w="sm" len="sm"/>
          </a:ln>
        </p:spPr>
      </p:cxnSp>
      <p:cxnSp>
        <p:nvCxnSpPr>
          <p:cNvPr id="28" name="Template 15 object 28">
            <a:extLst xmlns:a="http://schemas.openxmlformats.org/drawingml/2006/main">
              <a:ext uri="{FF2B5EF4-FFF2-40B4-BE49-F238E27FC236}">
                <a16:creationId xmlns:a16="http://schemas.microsoft.com/office/drawing/2014/main" id="{DCD493E9-D867-4F67-B7E4-2CC4E32603E3}"/>
              </a:ext>
            </a:extLst>
          </p:cNvPr>
          <p:cNvCxnSpPr/>
          <p:nvPr/>
        </p:nvCxnSpPr>
        <p:spPr>
          <a:xfrm xmlns:a="http://schemas.openxmlformats.org/drawingml/2006/main">
            <a:off x="4133850" y="5457825"/>
            <a:ext cx="4476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headEnd type="triangle" w="sm" len="sm"/>
            <a:tailEnd type="triangle" w="sm" len="sm"/>
          </a:ln>
        </p:spPr>
      </p:cxnSp>
      <p:sp>
        <p:nvSpPr>
          <p:cNvPr id="29" name="Template 15 object 29">
            <a:extLst xmlns:a="http://schemas.openxmlformats.org/drawingml/2006/main">
              <a:ext uri="{FF2B5EF4-FFF2-40B4-BE49-F238E27FC236}">
                <a16:creationId xmlns:a16="http://schemas.microsoft.com/office/drawing/2014/main" id="{BF341962-7F90-4BF5-BBF7-D748C5E5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863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007F82"/>
                </a:solidFill>
              </a:defRPr>
            </a:defPPr>
            <a:lvl1pPr algn="l">
              <a:defRPr sz="1200" b="0">
                <a:solidFill>
                  <a:srgbClr val="007F82"/>
                </a:solidFill>
              </a:defRPr>
            </a:lvl1pPr>
            <a:lvl2pPr algn="l">
              <a:defRPr sz="1200" b="0">
                <a:solidFill>
                  <a:srgbClr val="007F82"/>
                </a:solidFill>
              </a:defRPr>
            </a:lvl2pPr>
            <a:lvl3pPr algn="l">
              <a:defRPr sz="1200" b="0">
                <a:solidFill>
                  <a:srgbClr val="007F82"/>
                </a:solidFill>
              </a:defRPr>
            </a:lvl3pPr>
            <a:lvl4pPr algn="l">
              <a:defRPr sz="1200" b="0">
                <a:solidFill>
                  <a:srgbClr val="007F82"/>
                </a:solidFill>
              </a:defRPr>
            </a:lvl4pPr>
            <a:lvl5pPr algn="l">
              <a:defRPr sz="1200" b="0">
                <a:solidFill>
                  <a:srgbClr val="007F82"/>
                </a:solidFill>
              </a:defRPr>
            </a:lvl5pPr>
            <a:lvl6pPr algn="l">
              <a:defRPr sz="1200" b="0">
                <a:solidFill>
                  <a:srgbClr val="007F82"/>
                </a:solidFill>
              </a:defRPr>
            </a:lvl6pPr>
            <a:lvl7pPr algn="l">
              <a:defRPr sz="1200" b="0">
                <a:solidFill>
                  <a:srgbClr val="007F82"/>
                </a:solidFill>
              </a:defRPr>
            </a:lvl7pPr>
            <a:lvl8pPr algn="l">
              <a:defRPr sz="1200" b="0">
                <a:solidFill>
                  <a:srgbClr val="007F82"/>
                </a:solidFill>
              </a:defRPr>
            </a:lvl8pPr>
            <a:lvl9pPr algn="l">
              <a:defRPr sz="1200" b="0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007F82"/>
                </a:solidFill>
              </a:defRPr>
            </a:pPr>
            <a:r>
              <a:rPr sz="1200" b="0">
                <a:solidFill>
                  <a:srgbClr val="007F82"/>
                </a:solidFill>
              </a:rPr>
              <a:t>Settings</a:t>
            </a:r>
          </a:p>
        </p:txBody>
      </p:sp>
      <p:sp>
        <p:nvSpPr>
          <p:cNvPr id="30" name="Template 15 object 30">
            <a:extLst xmlns:a="http://schemas.openxmlformats.org/drawingml/2006/main">
              <a:ext uri="{FF2B5EF4-FFF2-40B4-BE49-F238E27FC236}">
                <a16:creationId xmlns:a16="http://schemas.microsoft.com/office/drawing/2014/main" id="{3AC9361E-F2FC-425B-8BD1-AC3007ED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863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007F82"/>
                </a:solidFill>
              </a:defRPr>
            </a:defPPr>
            <a:lvl1pPr algn="l">
              <a:defRPr sz="1200" b="0">
                <a:solidFill>
                  <a:srgbClr val="007F82"/>
                </a:solidFill>
              </a:defRPr>
            </a:lvl1pPr>
            <a:lvl2pPr algn="l">
              <a:defRPr sz="1200" b="0">
                <a:solidFill>
                  <a:srgbClr val="007F82"/>
                </a:solidFill>
              </a:defRPr>
            </a:lvl2pPr>
            <a:lvl3pPr algn="l">
              <a:defRPr sz="1200" b="0">
                <a:solidFill>
                  <a:srgbClr val="007F82"/>
                </a:solidFill>
              </a:defRPr>
            </a:lvl3pPr>
            <a:lvl4pPr algn="l">
              <a:defRPr sz="1200" b="0">
                <a:solidFill>
                  <a:srgbClr val="007F82"/>
                </a:solidFill>
              </a:defRPr>
            </a:lvl4pPr>
            <a:lvl5pPr algn="l">
              <a:defRPr sz="1200" b="0">
                <a:solidFill>
                  <a:srgbClr val="007F82"/>
                </a:solidFill>
              </a:defRPr>
            </a:lvl5pPr>
            <a:lvl6pPr algn="l">
              <a:defRPr sz="1200" b="0">
                <a:solidFill>
                  <a:srgbClr val="007F82"/>
                </a:solidFill>
              </a:defRPr>
            </a:lvl6pPr>
            <a:lvl7pPr algn="l">
              <a:defRPr sz="1200" b="0">
                <a:solidFill>
                  <a:srgbClr val="007F82"/>
                </a:solidFill>
              </a:defRPr>
            </a:lvl7pPr>
            <a:lvl8pPr algn="l">
              <a:defRPr sz="1200" b="0">
                <a:solidFill>
                  <a:srgbClr val="007F82"/>
                </a:solidFill>
              </a:defRPr>
            </a:lvl8pPr>
            <a:lvl9pPr algn="l">
              <a:defRPr sz="1200" b="0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007F82"/>
                </a:solidFill>
              </a:defRPr>
            </a:pPr>
            <a:r>
              <a:rPr sz="1200" b="0">
                <a:solidFill>
                  <a:srgbClr val="007F82"/>
                </a:solidFill>
              </a:rPr>
              <a:t>Data</a:t>
            </a:r>
          </a:p>
        </p:txBody>
      </p:sp>
      <p:sp>
        <p:nvSpPr>
          <p:cNvPr id="31" name="Template 15 object 31">
            <a:extLst xmlns:a="http://schemas.openxmlformats.org/drawingml/2006/main">
              <a:ext uri="{FF2B5EF4-FFF2-40B4-BE49-F238E27FC236}">
                <a16:creationId xmlns:a16="http://schemas.microsoft.com/office/drawing/2014/main" id="{4CF3A985-DB9C-46AD-A3AC-27DE6F1A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2882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Illustrative outcome rate; replace all values</a:t>
            </a:r>
          </a:p>
        </p:txBody>
      </p:sp>
      <p:graphicFrame>
        <p:nvGraphicFramePr>
          <p:cNvPr id="32" name="Template 15 object 32">
            <a:extLst xmlns:a="http://schemas.openxmlformats.org/drawingml/2006/main">
              <a:ext uri="{FF2B5EF4-FFF2-40B4-BE49-F238E27FC236}">
                <a16:creationId xmlns:a16="http://schemas.microsoft.com/office/drawing/2014/main" id="{F02B08CE-759C-4665-838A-C56944F5AF41}"/>
              </a:ext>
            </a:extLst>
          </p:cNvPr>
          <p:cNvGraphicFramePr/>
          <p:nvPr/>
        </p:nvGraphicFramePr>
        <p:xfrm>
          <a:off xmlns:a="http://schemas.openxmlformats.org/drawingml/2006/main" x="6248400" y="2362200"/>
          <a:ext xmlns:a="http://schemas.openxmlformats.org/drawingml/2006/main" cx="5334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f01532b47e426a"/>
          </a:graphicData>
        </a:graphic>
      </p:graphicFrame>
      <p:sp>
        <p:nvSpPr>
          <p:cNvPr id="33" name="Template 15 object 33">
            <a:extLst xmlns:a="http://schemas.openxmlformats.org/drawingml/2006/main">
              <a:ext uri="{FF2B5EF4-FFF2-40B4-BE49-F238E27FC236}">
                <a16:creationId xmlns:a16="http://schemas.microsoft.com/office/drawing/2014/main" id="{25E9962F-CFBC-4DD7-B038-C63653BD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14975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[Add sample size and uncertainty.]</a:t>
            </a:r>
          </a:p>
        </p:txBody>
      </p:sp>
      <p:cxnSp>
        <p:nvCxnSpPr>
          <p:cNvPr id="34" name="Template 15 object 34">
            <a:extLst xmlns:a="http://schemas.openxmlformats.org/drawingml/2006/main">
              <a:ext uri="{FF2B5EF4-FFF2-40B4-BE49-F238E27FC236}">
                <a16:creationId xmlns:a16="http://schemas.microsoft.com/office/drawing/2014/main" id="{FD07BFD8-305D-44DB-99AD-FA94EE66A44C}"/>
              </a:ext>
            </a:extLst>
          </p:cNvPr>
          <p:cNvCxnSpPr/>
          <p:nvPr/>
        </p:nvCxnSpPr>
        <p:spPr>
          <a:xfrm xmlns:a="http://schemas.openxmlformats.org/drawingml/2006/main">
            <a:off x="609600" y="5810250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E2E8"/>
            </a:solidFill>
          </a:ln>
        </p:spPr>
      </p:cxnSp>
      <p:sp>
        <p:nvSpPr>
          <p:cNvPr id="35" name="Template 15 object 35">
            <a:extLst xmlns:a="http://schemas.openxmlformats.org/drawingml/2006/main">
              <a:ext uri="{FF2B5EF4-FFF2-40B4-BE49-F238E27FC236}">
                <a16:creationId xmlns:a16="http://schemas.microsoft.com/office/drawing/2014/main" id="{DED46257-21D8-4D81-8F45-2858F2E1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[State the supported takeaway and its scope.]</a:t>
            </a:r>
          </a:p>
        </p:txBody>
      </p:sp>
      <p:sp>
        <p:nvSpPr>
          <p:cNvPr id="36" name="Template 15 object 36">
            <a:extLst xmlns:a="http://schemas.openxmlformats.org/drawingml/2006/main">
              <a:ext uri="{FF2B5EF4-FFF2-40B4-BE49-F238E27FC236}">
                <a16:creationId xmlns:a16="http://schemas.microsoft.com/office/drawing/2014/main" id="{F4833E69-158F-4768-86F5-4BE758E4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Conditions: [hardware, workload, duration, repetitions, and caveats].</a:t>
            </a:r>
          </a:p>
        </p:txBody>
      </p:sp>
      <p:sp>
        <p:nvSpPr>
          <p:cNvPr id="37" name="Editable image placeholder 15">
            <a:extLst xmlns:a="http://schemas.openxmlformats.org/drawingml/2006/main">
              <a:ext uri="{FF2B5EF4-FFF2-40B4-BE49-F238E27FC236}">
                <a16:creationId xmlns:a16="http://schemas.microsoft.com/office/drawing/2014/main" id="{758484D3-71FD-40EA-A08E-EA79BDA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257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007F82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>
                <a:solidFill>
                  <a:srgbClr val="536B7B"/>
                </a:solidFill>
              </a:defRPr>
            </a:defPPr>
            <a:lvl1pPr algn="ctr">
              <a:defRPr sz="1350">
                <a:solidFill>
                  <a:srgbClr val="536B7B"/>
                </a:solidFill>
              </a:defRPr>
            </a:lvl1pPr>
            <a:lvl2pPr algn="ctr">
              <a:defRPr sz="1350">
                <a:solidFill>
                  <a:srgbClr val="536B7B"/>
                </a:solidFill>
              </a:defRPr>
            </a:lvl2pPr>
            <a:lvl3pPr algn="ctr">
              <a:defRPr sz="1350">
                <a:solidFill>
                  <a:srgbClr val="536B7B"/>
                </a:solidFill>
              </a:defRPr>
            </a:lvl3pPr>
            <a:lvl4pPr algn="ctr">
              <a:defRPr sz="1350">
                <a:solidFill>
                  <a:srgbClr val="536B7B"/>
                </a:solidFill>
              </a:defRPr>
            </a:lvl4pPr>
            <a:lvl5pPr algn="ctr">
              <a:defRPr sz="1350">
                <a:solidFill>
                  <a:srgbClr val="536B7B"/>
                </a:solidFill>
              </a:defRPr>
            </a:lvl5pPr>
            <a:lvl6pPr algn="ctr">
              <a:defRPr sz="1350">
                <a:solidFill>
                  <a:srgbClr val="536B7B"/>
                </a:solidFill>
              </a:defRPr>
            </a:lvl6pPr>
            <a:lvl7pPr algn="ctr">
              <a:defRPr sz="1350">
                <a:solidFill>
                  <a:srgbClr val="536B7B"/>
                </a:solidFill>
              </a:defRPr>
            </a:lvl7pPr>
            <a:lvl8pPr algn="ctr">
              <a:defRPr sz="1350">
                <a:solidFill>
                  <a:srgbClr val="536B7B"/>
                </a:solidFill>
              </a:defRPr>
            </a:lvl8pPr>
            <a:lvl9pPr algn="ctr">
              <a:defRPr sz="135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36B7B"/>
                </a:solidFill>
              </a:defRPr>
            </a:pPr>
            <a:r>
              <a:rPr sz="1350">
                <a:solidFill>
                  <a:srgbClr val="536B7B"/>
                </a:solidFill>
              </a:rPr>
              <a:t>[Insert scenario image]</a:t>
            </a:r>
          </a:p>
        </p:txBody>
      </p:sp>
    </p:spTree>
    <p:extLst>
      <p:ext uri="{BB962C8B-B14F-4D97-AF65-F5344CB8AC3E}">
        <p14:creationId xmlns:p14="http://schemas.microsoft.com/office/powerpoint/2010/main" val="8869501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16 object 16">
            <a:extLst xmlns:a="http://schemas.openxmlformats.org/drawingml/2006/main">
              <a:ext uri="{FF2B5EF4-FFF2-40B4-BE49-F238E27FC236}">
                <a16:creationId xmlns:a16="http://schemas.microsoft.com/office/drawing/2014/main" id="{ECC42D78-3CDD-4F8C-9015-0A5BC89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7" name="Template 16 object 17">
            <a:extLst xmlns:a="http://schemas.openxmlformats.org/drawingml/2006/main">
              <a:ext uri="{FF2B5EF4-FFF2-40B4-BE49-F238E27FC236}">
                <a16:creationId xmlns:a16="http://schemas.microsoft.com/office/drawing/2014/main" id="{822F7BC9-DBC1-41AF-B064-376E1289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18" name="Template 16 object 18">
            <a:extLst xmlns:a="http://schemas.openxmlformats.org/drawingml/2006/main">
              <a:ext uri="{FF2B5EF4-FFF2-40B4-BE49-F238E27FC236}">
                <a16:creationId xmlns:a16="http://schemas.microsoft.com/office/drawing/2014/main" id="{620F1221-C433-4106-88EC-99F729DB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USE CASE 2 · DEMO DATA</a:t>
            </a:r>
          </a:p>
        </p:txBody>
      </p:sp>
      <p:sp>
        <p:nvSpPr>
          <p:cNvPr id="19" name="Template 16 object 19">
            <a:extLst xmlns:a="http://schemas.openxmlformats.org/drawingml/2006/main">
              <a:ext uri="{FF2B5EF4-FFF2-40B4-BE49-F238E27FC236}">
                <a16:creationId xmlns:a16="http://schemas.microsoft.com/office/drawing/2014/main" id="{2FA3F779-A467-417E-AF81-9E0C2906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[Comparison under the same conditions]</a:t>
            </a:r>
          </a:p>
        </p:txBody>
      </p:sp>
      <p:sp>
        <p:nvSpPr>
          <p:cNvPr id="20" name="Template 16 object 20">
            <a:extLst xmlns:a="http://schemas.openxmlformats.org/drawingml/2006/main">
              <a:ext uri="{FF2B5EF4-FFF2-40B4-BE49-F238E27FC236}">
                <a16:creationId xmlns:a16="http://schemas.microsoft.com/office/drawing/2014/main" id="{3CCCB93C-8BA6-4C30-80FE-C4A4AC22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[Explain the distinction between the two approaches.]</a:t>
            </a:r>
          </a:p>
        </p:txBody>
      </p:sp>
      <p:sp>
        <p:nvSpPr>
          <p:cNvPr id="21" name="Template 16 object 21">
            <a:extLst xmlns:a="http://schemas.openxmlformats.org/drawingml/2006/main">
              <a:ext uri="{FF2B5EF4-FFF2-40B4-BE49-F238E27FC236}">
                <a16:creationId xmlns:a16="http://schemas.microsoft.com/office/drawing/2014/main" id="{54BBC0FB-98E4-4164-ABAF-CE008895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85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Same scenario</a:t>
            </a:r>
          </a:p>
        </p:txBody>
      </p:sp>
      <p:cxnSp>
        <p:nvCxnSpPr>
          <p:cNvPr id="22" name="Template 16 object 22">
            <a:extLst xmlns:a="http://schemas.openxmlformats.org/drawingml/2006/main">
              <a:ext uri="{FF2B5EF4-FFF2-40B4-BE49-F238E27FC236}">
                <a16:creationId xmlns:a16="http://schemas.microsoft.com/office/drawing/2014/main" id="{07A59724-7E95-4A7D-BFAC-E6A4253C4728}"/>
              </a:ext>
            </a:extLst>
          </p:cNvPr>
          <p:cNvCxnSpPr/>
          <p:nvPr/>
        </p:nvCxnSpPr>
        <p:spPr>
          <a:xfrm xmlns:a="http://schemas.openxmlformats.org/drawingml/2006/main">
            <a:off x="3105150" y="2762250"/>
            <a:ext cx="9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tailEnd type="triangle" w="sm" len="sm"/>
          </a:ln>
        </p:spPr>
      </p:cxnSp>
      <p:cxnSp>
        <p:nvCxnSpPr>
          <p:cNvPr id="23" name="Template 16 object 23">
            <a:extLst xmlns:a="http://schemas.openxmlformats.org/drawingml/2006/main">
              <a:ext uri="{FF2B5EF4-FFF2-40B4-BE49-F238E27FC236}">
                <a16:creationId xmlns:a16="http://schemas.microsoft.com/office/drawing/2014/main" id="{03F707CE-8BD1-483C-8AF8-23CBFFCECF02}"/>
              </a:ext>
            </a:extLst>
          </p:cNvPr>
          <p:cNvCxnSpPr/>
          <p:nvPr/>
        </p:nvCxnSpPr>
        <p:spPr>
          <a:xfrm xmlns:a="http://schemas.openxmlformats.org/drawingml/2006/main">
            <a:off x="3105150" y="2857500"/>
            <a:ext cx="2667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</a:ln>
        </p:spPr>
      </p:cxnSp>
      <p:cxnSp>
        <p:nvCxnSpPr>
          <p:cNvPr id="24" name="Template 16 object 24">
            <a:extLst xmlns:a="http://schemas.openxmlformats.org/drawingml/2006/main">
              <a:ext uri="{FF2B5EF4-FFF2-40B4-BE49-F238E27FC236}">
                <a16:creationId xmlns:a16="http://schemas.microsoft.com/office/drawing/2014/main" id="{AFEFBCD0-F77A-4E3C-B689-586425C600F2}"/>
              </a:ext>
            </a:extLst>
          </p:cNvPr>
          <p:cNvCxnSpPr/>
          <p:nvPr/>
        </p:nvCxnSpPr>
        <p:spPr>
          <a:xfrm xmlns:a="http://schemas.openxmlformats.org/drawingml/2006/main">
            <a:off x="5772150" y="2857500"/>
            <a:ext cx="95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</a:ln>
        </p:spPr>
      </p:cxnSp>
      <p:cxnSp>
        <p:nvCxnSpPr>
          <p:cNvPr id="25" name="Template 16 object 25">
            <a:extLst xmlns:a="http://schemas.openxmlformats.org/drawingml/2006/main">
              <a:ext uri="{FF2B5EF4-FFF2-40B4-BE49-F238E27FC236}">
                <a16:creationId xmlns:a16="http://schemas.microsoft.com/office/drawing/2014/main" id="{1E2A23BE-F47B-4CA8-A5A3-00F275753CDD}"/>
              </a:ext>
            </a:extLst>
          </p:cNvPr>
          <p:cNvCxnSpPr/>
          <p:nvPr/>
        </p:nvCxnSpPr>
        <p:spPr>
          <a:xfrm xmlns:a="http://schemas.openxmlformats.org/drawingml/2006/main" flipH="1">
            <a:off x="3105150" y="4495800"/>
            <a:ext cx="2667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</a:ln>
        </p:spPr>
      </p:cxnSp>
      <p:cxnSp>
        <p:nvCxnSpPr>
          <p:cNvPr id="26" name="Template 16 object 26">
            <a:extLst xmlns:a="http://schemas.openxmlformats.org/drawingml/2006/main">
              <a:ext uri="{FF2B5EF4-FFF2-40B4-BE49-F238E27FC236}">
                <a16:creationId xmlns:a16="http://schemas.microsoft.com/office/drawing/2014/main" id="{B899F14A-83F4-446C-91F4-7E2AD75D7C50}"/>
              </a:ext>
            </a:extLst>
          </p:cNvPr>
          <p:cNvCxnSpPr/>
          <p:nvPr/>
        </p:nvCxnSpPr>
        <p:spPr>
          <a:xfrm xmlns:a="http://schemas.openxmlformats.org/drawingml/2006/main">
            <a:off x="3105150" y="4495800"/>
            <a:ext cx="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tailEnd type="triangle" w="sm" len="sm"/>
          </a:ln>
        </p:spPr>
      </p:cxnSp>
      <p:sp>
        <p:nvSpPr>
          <p:cNvPr id="27" name="Template 16 object 27">
            <a:extLst xmlns:a="http://schemas.openxmlformats.org/drawingml/2006/main">
              <a:ext uri="{FF2B5EF4-FFF2-40B4-BE49-F238E27FC236}">
                <a16:creationId xmlns:a16="http://schemas.microsoft.com/office/drawing/2014/main" id="{A58F135A-C33C-49DC-A9FB-CF8509F7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102A43"/>
                </a:solidFill>
              </a:defRPr>
            </a:defPPr>
            <a:lvl1pPr algn="l">
              <a:defRPr sz="1600" b="1">
                <a:solidFill>
                  <a:srgbClr val="102A43"/>
                </a:solidFill>
              </a:defRPr>
            </a:lvl1pPr>
            <a:lvl2pPr algn="l">
              <a:defRPr sz="1600" b="1">
                <a:solidFill>
                  <a:srgbClr val="102A43"/>
                </a:solidFill>
              </a:defRPr>
            </a:lvl2pPr>
            <a:lvl3pPr algn="l">
              <a:defRPr sz="1600" b="1">
                <a:solidFill>
                  <a:srgbClr val="102A43"/>
                </a:solidFill>
              </a:defRPr>
            </a:lvl3pPr>
            <a:lvl4pPr algn="l">
              <a:defRPr sz="1600" b="1">
                <a:solidFill>
                  <a:srgbClr val="102A43"/>
                </a:solidFill>
              </a:defRPr>
            </a:lvl4pPr>
            <a:lvl5pPr algn="l">
              <a:defRPr sz="1600" b="1">
                <a:solidFill>
                  <a:srgbClr val="102A43"/>
                </a:solidFill>
              </a:defRPr>
            </a:lvl5pPr>
            <a:lvl6pPr algn="l">
              <a:defRPr sz="1600" b="1">
                <a:solidFill>
                  <a:srgbClr val="102A43"/>
                </a:solidFill>
              </a:defRPr>
            </a:lvl6pPr>
            <a:lvl7pPr algn="l">
              <a:defRPr sz="1600" b="1">
                <a:solidFill>
                  <a:srgbClr val="102A43"/>
                </a:solidFill>
              </a:defRPr>
            </a:lvl7pPr>
            <a:lvl8pPr algn="l">
              <a:defRPr sz="1600" b="1">
                <a:solidFill>
                  <a:srgbClr val="102A43"/>
                </a:solidFill>
              </a:defRPr>
            </a:lvl8pPr>
            <a:lvl9pPr algn="l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Baseline</a:t>
            </a:r>
          </a:p>
        </p:txBody>
      </p:sp>
      <p:sp>
        <p:nvSpPr>
          <p:cNvPr id="28" name="Template 16 object 28">
            <a:extLst xmlns:a="http://schemas.openxmlformats.org/drawingml/2006/main">
              <a:ext uri="{FF2B5EF4-FFF2-40B4-BE49-F238E27FC236}">
                <a16:creationId xmlns:a16="http://schemas.microsoft.com/office/drawing/2014/main" id="{B05BC03E-4795-4588-BAC7-C887440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>
                <a:solidFill>
                  <a:srgbClr val="102A43"/>
                </a:solidFill>
              </a:defRPr>
            </a:defPPr>
            <a:lvl1pPr algn="l">
              <a:defRPr sz="1600" b="1">
                <a:solidFill>
                  <a:srgbClr val="102A43"/>
                </a:solidFill>
              </a:defRPr>
            </a:lvl1pPr>
            <a:lvl2pPr algn="l">
              <a:defRPr sz="1600" b="1">
                <a:solidFill>
                  <a:srgbClr val="102A43"/>
                </a:solidFill>
              </a:defRPr>
            </a:lvl2pPr>
            <a:lvl3pPr algn="l">
              <a:defRPr sz="1600" b="1">
                <a:solidFill>
                  <a:srgbClr val="102A43"/>
                </a:solidFill>
              </a:defRPr>
            </a:lvl3pPr>
            <a:lvl4pPr algn="l">
              <a:defRPr sz="1600" b="1">
                <a:solidFill>
                  <a:srgbClr val="102A43"/>
                </a:solidFill>
              </a:defRPr>
            </a:lvl4pPr>
            <a:lvl5pPr algn="l">
              <a:defRPr sz="1600" b="1">
                <a:solidFill>
                  <a:srgbClr val="102A43"/>
                </a:solidFill>
              </a:defRPr>
            </a:lvl5pPr>
            <a:lvl6pPr algn="l">
              <a:defRPr sz="1600" b="1">
                <a:solidFill>
                  <a:srgbClr val="102A43"/>
                </a:solidFill>
              </a:defRPr>
            </a:lvl6pPr>
            <a:lvl7pPr algn="l">
              <a:defRPr sz="1600" b="1">
                <a:solidFill>
                  <a:srgbClr val="102A43"/>
                </a:solidFill>
              </a:defRPr>
            </a:lvl7pPr>
            <a:lvl8pPr algn="l">
              <a:defRPr sz="1600" b="1">
                <a:solidFill>
                  <a:srgbClr val="102A43"/>
                </a:solidFill>
              </a:defRPr>
            </a:lvl8pPr>
            <a:lvl9pPr algn="l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Proposed</a:t>
            </a:r>
          </a:p>
        </p:txBody>
      </p:sp>
      <p:sp>
        <p:nvSpPr>
          <p:cNvPr id="29" name="Template 16 object 29">
            <a:extLst xmlns:a="http://schemas.openxmlformats.org/drawingml/2006/main">
              <a:ext uri="{FF2B5EF4-FFF2-40B4-BE49-F238E27FC236}">
                <a16:creationId xmlns:a16="http://schemas.microsoft.com/office/drawing/2014/main" id="{7E979CF7-1E3F-4AA4-BC7F-D037A61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190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Input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system</a:t>
            </a:r>
          </a:p>
        </p:txBody>
      </p:sp>
      <p:sp>
        <p:nvSpPr>
          <p:cNvPr id="30" name="Template 16 object 30">
            <a:extLst xmlns:a="http://schemas.openxmlformats.org/drawingml/2006/main">
              <a:ext uri="{FF2B5EF4-FFF2-40B4-BE49-F238E27FC236}">
                <a16:creationId xmlns:a16="http://schemas.microsoft.com/office/drawing/2014/main" id="{17E4DC46-65EA-4944-B229-30E5F6C7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90900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</a:defRPr>
            </a:defPPr>
            <a:lvl1pPr algn="ctr">
              <a:defRPr sz="2000" b="1">
                <a:solidFill>
                  <a:srgbClr val="FFFFFF"/>
                </a:solidFill>
              </a:defRPr>
            </a:lvl1pPr>
            <a:lvl2pPr algn="ctr">
              <a:defRPr sz="2000" b="1">
                <a:solidFill>
                  <a:srgbClr val="FFFFFF"/>
                </a:solidFill>
              </a:defRPr>
            </a:lvl2pPr>
            <a:lvl3pPr algn="ctr">
              <a:defRPr sz="2000" b="1">
                <a:solidFill>
                  <a:srgbClr val="FFFFFF"/>
                </a:solidFill>
              </a:defRPr>
            </a:lvl3pPr>
            <a:lvl4pPr algn="ctr">
              <a:defRPr sz="2000" b="1">
                <a:solidFill>
                  <a:srgbClr val="FFFFFF"/>
                </a:solidFill>
              </a:defRPr>
            </a:lvl4pPr>
            <a:lvl5pPr algn="ctr">
              <a:defRPr sz="2000" b="1">
                <a:solidFill>
                  <a:srgbClr val="FFFFFF"/>
                </a:solidFill>
              </a:defRPr>
            </a:lvl5pPr>
            <a:lvl6pPr algn="ctr">
              <a:defRPr sz="2000" b="1">
                <a:solidFill>
                  <a:srgbClr val="FFFFFF"/>
                </a:solidFill>
              </a:defRPr>
            </a:lvl6pPr>
            <a:lvl7pPr algn="ctr">
              <a:defRPr sz="2000" b="1">
                <a:solidFill>
                  <a:srgbClr val="FFFFFF"/>
                </a:solidFill>
              </a:defRPr>
            </a:lvl7pPr>
            <a:lvl8pPr algn="ctr">
              <a:defRPr sz="2000" b="1">
                <a:solidFill>
                  <a:srgbClr val="FFFFFF"/>
                </a:solidFill>
              </a:defRPr>
            </a:lvl8pPr>
            <a:lvl9pPr algn="ctr">
              <a:defRPr sz="2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Processing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engine</a:t>
            </a:r>
          </a:p>
        </p:txBody>
      </p:sp>
      <p:sp>
        <p:nvSpPr>
          <p:cNvPr id="31" name="Template 16 object 31">
            <a:extLst xmlns:a="http://schemas.openxmlformats.org/drawingml/2006/main">
              <a:ext uri="{FF2B5EF4-FFF2-40B4-BE49-F238E27FC236}">
                <a16:creationId xmlns:a16="http://schemas.microsoft.com/office/drawing/2014/main" id="{A270435D-EB1A-4AAA-89FD-02506535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Clients</a:t>
            </a:r>
          </a:p>
        </p:txBody>
      </p:sp>
      <p:cxnSp>
        <p:nvCxnSpPr>
          <p:cNvPr id="32" name="Template 16 object 32">
            <a:extLst xmlns:a="http://schemas.openxmlformats.org/drawingml/2006/main">
              <a:ext uri="{FF2B5EF4-FFF2-40B4-BE49-F238E27FC236}">
                <a16:creationId xmlns:a16="http://schemas.microsoft.com/office/drawing/2014/main" id="{02A00B23-1773-47E9-A074-0B60C952B3E9}"/>
              </a:ext>
            </a:extLst>
          </p:cNvPr>
          <p:cNvCxnSpPr/>
          <p:nvPr/>
        </p:nvCxnSpPr>
        <p:spPr>
          <a:xfrm xmlns:a="http://schemas.openxmlformats.org/drawingml/2006/main">
            <a:off x="1857375" y="3724275"/>
            <a:ext cx="4381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headEnd type="triangle" w="sm" len="sm"/>
            <a:tailEnd type="triangle" w="sm" len="sm"/>
          </a:ln>
        </p:spPr>
      </p:cxnSp>
      <p:cxnSp>
        <p:nvCxnSpPr>
          <p:cNvPr id="33" name="Template 16 object 33">
            <a:extLst xmlns:a="http://schemas.openxmlformats.org/drawingml/2006/main">
              <a:ext uri="{FF2B5EF4-FFF2-40B4-BE49-F238E27FC236}">
                <a16:creationId xmlns:a16="http://schemas.microsoft.com/office/drawing/2014/main" id="{FA9235C5-C85F-4DB6-8253-F82EA39D8A16}"/>
              </a:ext>
            </a:extLst>
          </p:cNvPr>
          <p:cNvCxnSpPr/>
          <p:nvPr/>
        </p:nvCxnSpPr>
        <p:spPr>
          <a:xfrm xmlns:a="http://schemas.openxmlformats.org/drawingml/2006/main">
            <a:off x="3933825" y="3724275"/>
            <a:ext cx="4286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headEnd type="triangle" w="sm" len="sm"/>
            <a:tailEnd type="triangle" w="sm" len="sm"/>
          </a:ln>
        </p:spPr>
      </p:cxnSp>
      <p:sp>
        <p:nvSpPr>
          <p:cNvPr id="34" name="Template 16 object 34">
            <a:extLst xmlns:a="http://schemas.openxmlformats.org/drawingml/2006/main">
              <a:ext uri="{FF2B5EF4-FFF2-40B4-BE49-F238E27FC236}">
                <a16:creationId xmlns:a16="http://schemas.microsoft.com/office/drawing/2014/main" id="{F53AAB65-6F0E-464A-B808-528850BC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190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Input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system</a:t>
            </a:r>
          </a:p>
        </p:txBody>
      </p:sp>
      <p:sp>
        <p:nvSpPr>
          <p:cNvPr id="35" name="Template 16 object 35">
            <a:extLst xmlns:a="http://schemas.openxmlformats.org/drawingml/2006/main">
              <a:ext uri="{FF2B5EF4-FFF2-40B4-BE49-F238E27FC236}">
                <a16:creationId xmlns:a16="http://schemas.microsoft.com/office/drawing/2014/main" id="{496C412B-B9A4-48EC-B7BB-09742611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86300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</a:defRPr>
            </a:defPPr>
            <a:lvl1pPr algn="ctr">
              <a:defRPr sz="2000" b="1">
                <a:solidFill>
                  <a:srgbClr val="FFFFFF"/>
                </a:solidFill>
              </a:defRPr>
            </a:lvl1pPr>
            <a:lvl2pPr algn="ctr">
              <a:defRPr sz="2000" b="1">
                <a:solidFill>
                  <a:srgbClr val="FFFFFF"/>
                </a:solidFill>
              </a:defRPr>
            </a:lvl2pPr>
            <a:lvl3pPr algn="ctr">
              <a:defRPr sz="2000" b="1">
                <a:solidFill>
                  <a:srgbClr val="FFFFFF"/>
                </a:solidFill>
              </a:defRPr>
            </a:lvl3pPr>
            <a:lvl4pPr algn="ctr">
              <a:defRPr sz="2000" b="1">
                <a:solidFill>
                  <a:srgbClr val="FFFFFF"/>
                </a:solidFill>
              </a:defRPr>
            </a:lvl4pPr>
            <a:lvl5pPr algn="ctr">
              <a:defRPr sz="2000" b="1">
                <a:solidFill>
                  <a:srgbClr val="FFFFFF"/>
                </a:solidFill>
              </a:defRPr>
            </a:lvl5pPr>
            <a:lvl6pPr algn="ctr">
              <a:defRPr sz="2000" b="1">
                <a:solidFill>
                  <a:srgbClr val="FFFFFF"/>
                </a:solidFill>
              </a:defRPr>
            </a:lvl6pPr>
            <a:lvl7pPr algn="ctr">
              <a:defRPr sz="2000" b="1">
                <a:solidFill>
                  <a:srgbClr val="FFFFFF"/>
                </a:solidFill>
              </a:defRPr>
            </a:lvl7pPr>
            <a:lvl8pPr algn="ctr">
              <a:defRPr sz="2000" b="1">
                <a:solidFill>
                  <a:srgbClr val="FFFFFF"/>
                </a:solidFill>
              </a:defRPr>
            </a:lvl8pPr>
            <a:lvl9pPr algn="ctr">
              <a:defRPr sz="2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Processing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engine</a:t>
            </a:r>
          </a:p>
        </p:txBody>
      </p:sp>
      <p:sp>
        <p:nvSpPr>
          <p:cNvPr id="36" name="Template 16 object 36">
            <a:extLst xmlns:a="http://schemas.openxmlformats.org/drawingml/2006/main">
              <a:ext uri="{FF2B5EF4-FFF2-40B4-BE49-F238E27FC236}">
                <a16:creationId xmlns:a16="http://schemas.microsoft.com/office/drawing/2014/main" id="{4B6B86CC-5D46-4276-97EF-52460191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8630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Clients</a:t>
            </a:r>
          </a:p>
        </p:txBody>
      </p:sp>
      <p:cxnSp>
        <p:nvCxnSpPr>
          <p:cNvPr id="37" name="Template 16 object 37">
            <a:extLst xmlns:a="http://schemas.openxmlformats.org/drawingml/2006/main">
              <a:ext uri="{FF2B5EF4-FFF2-40B4-BE49-F238E27FC236}">
                <a16:creationId xmlns:a16="http://schemas.microsoft.com/office/drawing/2014/main" id="{C15D250E-6043-4AF6-B374-BE60057EA0CE}"/>
              </a:ext>
            </a:extLst>
          </p:cNvPr>
          <p:cNvCxnSpPr/>
          <p:nvPr/>
        </p:nvCxnSpPr>
        <p:spPr>
          <a:xfrm xmlns:a="http://schemas.openxmlformats.org/drawingml/2006/main">
            <a:off x="1857375" y="5019675"/>
            <a:ext cx="4381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headEnd type="triangle" w="sm" len="sm"/>
            <a:tailEnd type="triangle" w="sm" len="sm"/>
          </a:ln>
        </p:spPr>
      </p:cxnSp>
      <p:cxnSp>
        <p:nvCxnSpPr>
          <p:cNvPr id="38" name="Template 16 object 38">
            <a:extLst xmlns:a="http://schemas.openxmlformats.org/drawingml/2006/main">
              <a:ext uri="{FF2B5EF4-FFF2-40B4-BE49-F238E27FC236}">
                <a16:creationId xmlns:a16="http://schemas.microsoft.com/office/drawing/2014/main" id="{8CC8DB1D-8ADD-4135-AFCC-7724CC03DE8C}"/>
              </a:ext>
            </a:extLst>
          </p:cNvPr>
          <p:cNvCxnSpPr/>
          <p:nvPr/>
        </p:nvCxnSpPr>
        <p:spPr>
          <a:xfrm xmlns:a="http://schemas.openxmlformats.org/drawingml/2006/main">
            <a:off x="3933825" y="5019675"/>
            <a:ext cx="4286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headEnd type="triangle" w="sm" len="sm"/>
            <a:tailEnd type="triangle" w="sm" len="sm"/>
          </a:ln>
        </p:spPr>
      </p:cxnSp>
      <p:sp>
        <p:nvSpPr>
          <p:cNvPr id="40" name="Template 16 object 40">
            <a:extLst xmlns:a="http://schemas.openxmlformats.org/drawingml/2006/main">
              <a:ext uri="{FF2B5EF4-FFF2-40B4-BE49-F238E27FC236}">
                <a16:creationId xmlns:a16="http://schemas.microsoft.com/office/drawing/2014/main" id="{CA6E305B-BFC3-4D10-BDFE-A165F25D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Illustrative costs (units); replace all values</a:t>
            </a:r>
          </a:p>
        </p:txBody>
      </p:sp>
      <p:graphicFrame>
        <p:nvGraphicFramePr>
          <p:cNvPr id="41" name="Template 16 object 41">
            <a:extLst xmlns:a="http://schemas.openxmlformats.org/drawingml/2006/main">
              <a:ext uri="{FF2B5EF4-FFF2-40B4-BE49-F238E27FC236}">
                <a16:creationId xmlns:a16="http://schemas.microsoft.com/office/drawing/2014/main" id="{ABC50AA0-B37A-4672-8A2D-2C9DA4165DB1}"/>
              </a:ext>
            </a:extLst>
          </p:cNvPr>
          <p:cNvGraphicFramePr/>
          <p:nvPr/>
        </p:nvGraphicFramePr>
        <p:xfrm>
          <a:off xmlns:a="http://schemas.openxmlformats.org/drawingml/2006/main" x="6248400" y="2533650"/>
          <a:ext xmlns:a="http://schemas.openxmlformats.org/drawingml/2006/main" cx="5334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7cc8d1b64c4315"/>
          </a:graphicData>
        </a:graphic>
      </p:graphicFrame>
      <p:sp>
        <p:nvSpPr>
          <p:cNvPr id="43" name="Template 16 object 43">
            <a:extLst xmlns:a="http://schemas.openxmlformats.org/drawingml/2006/main">
              <a:ext uri="{FF2B5EF4-FFF2-40B4-BE49-F238E27FC236}">
                <a16:creationId xmlns:a16="http://schemas.microsoft.com/office/drawing/2014/main" id="{DF03AC5D-52E7-4B32-9079-C2839854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97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[Add outcome coverage or reliability.]</a:t>
            </a:r>
          </a:p>
        </p:txBody>
      </p:sp>
      <p:cxnSp>
        <p:nvCxnSpPr>
          <p:cNvPr id="44" name="Template 16 object 44">
            <a:extLst xmlns:a="http://schemas.openxmlformats.org/drawingml/2006/main">
              <a:ext uri="{FF2B5EF4-FFF2-40B4-BE49-F238E27FC236}">
                <a16:creationId xmlns:a16="http://schemas.microsoft.com/office/drawing/2014/main" id="{E7FB1BF3-C328-45DE-9A27-3FEDFE620DF2}"/>
              </a:ext>
            </a:extLst>
          </p:cNvPr>
          <p:cNvCxnSpPr/>
          <p:nvPr/>
        </p:nvCxnSpPr>
        <p:spPr>
          <a:xfrm xmlns:a="http://schemas.openxmlformats.org/drawingml/2006/main">
            <a:off x="609600" y="5810250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E2E8"/>
            </a:solidFill>
          </a:ln>
        </p:spPr>
      </p:cxnSp>
      <p:sp>
        <p:nvSpPr>
          <p:cNvPr id="45" name="Template 16 object 45">
            <a:extLst xmlns:a="http://schemas.openxmlformats.org/drawingml/2006/main">
              <a:ext uri="{FF2B5EF4-FFF2-40B4-BE49-F238E27FC236}">
                <a16:creationId xmlns:a16="http://schemas.microsoft.com/office/drawing/2014/main" id="{ABCD52DE-EEB7-47C4-B3EA-9B930F15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[State the supported difference without overstating it.]</a:t>
            </a:r>
          </a:p>
        </p:txBody>
      </p:sp>
      <p:sp>
        <p:nvSpPr>
          <p:cNvPr id="46" name="Template 16 object 46">
            <a:extLst xmlns:a="http://schemas.openxmlformats.org/drawingml/2006/main">
              <a:ext uri="{FF2B5EF4-FFF2-40B4-BE49-F238E27FC236}">
                <a16:creationId xmlns:a16="http://schemas.microsoft.com/office/drawing/2014/main" id="{DA10DFC5-3C90-4297-8D5C-3B8060D7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Conditions: [hardware, workload, duration, and repetitions].</a:t>
            </a:r>
          </a:p>
        </p:txBody>
      </p:sp>
      <p:sp>
        <p:nvSpPr>
          <p:cNvPr id="47" name="Template 16 object 47">
            <a:extLst xmlns:a="http://schemas.openxmlformats.org/drawingml/2006/main">
              <a:ext uri="{FF2B5EF4-FFF2-40B4-BE49-F238E27FC236}">
                <a16:creationId xmlns:a16="http://schemas.microsoft.com/office/drawing/2014/main" id="{304A4746-6DE3-462A-B8E0-0B9AD246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[Define the policy or decision rule used in the comparison.]</a:t>
            </a:r>
          </a:p>
        </p:txBody>
      </p:sp>
    </p:spTree>
    <p:extLst>
      <p:ext uri="{BB962C8B-B14F-4D97-AF65-F5344CB8AC3E}">
        <p14:creationId xmlns:p14="http://schemas.microsoft.com/office/powerpoint/2010/main" val="17982491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mplate 17 object 19">
            <a:extLst xmlns:a="http://schemas.openxmlformats.org/drawingml/2006/main">
              <a:ext uri="{FF2B5EF4-FFF2-40B4-BE49-F238E27FC236}">
                <a16:creationId xmlns:a16="http://schemas.microsoft.com/office/drawing/2014/main" id="{DBE748C0-6DBB-4B71-BCAA-AF3BAFB3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20" name="Template 17 object 20">
            <a:extLst xmlns:a="http://schemas.openxmlformats.org/drawingml/2006/main">
              <a:ext uri="{FF2B5EF4-FFF2-40B4-BE49-F238E27FC236}">
                <a16:creationId xmlns:a16="http://schemas.microsoft.com/office/drawing/2014/main" id="{251F8848-BD57-42BB-A9EF-7F36076E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21" name="Template 17 object 21">
            <a:extLst xmlns:a="http://schemas.openxmlformats.org/drawingml/2006/main">
              <a:ext uri="{FF2B5EF4-FFF2-40B4-BE49-F238E27FC236}">
                <a16:creationId xmlns:a16="http://schemas.microsoft.com/office/drawing/2014/main" id="{6ACE6A44-2743-4D29-BBA5-F1615CAA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USE CASE 3 · DEMO DATA</a:t>
            </a:r>
          </a:p>
        </p:txBody>
      </p:sp>
      <p:sp>
        <p:nvSpPr>
          <p:cNvPr id="22" name="Template 17 object 22">
            <a:extLst xmlns:a="http://schemas.openxmlformats.org/drawingml/2006/main">
              <a:ext uri="{FF2B5EF4-FFF2-40B4-BE49-F238E27FC236}">
                <a16:creationId xmlns:a16="http://schemas.microsoft.com/office/drawing/2014/main" id="{9B293A4F-B0DB-4ABA-874A-A80345EB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[Application behavior and observed outcome]</a:t>
            </a:r>
          </a:p>
        </p:txBody>
      </p:sp>
      <p:sp>
        <p:nvSpPr>
          <p:cNvPr id="23" name="Template 17 object 23">
            <a:extLst xmlns:a="http://schemas.openxmlformats.org/drawingml/2006/main">
              <a:ext uri="{FF2B5EF4-FFF2-40B4-BE49-F238E27FC236}">
                <a16:creationId xmlns:a16="http://schemas.microsoft.com/office/drawing/2014/main" id="{A0B036F1-CF70-4F28-B9DF-15D643B9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[Define the application task and the success condition.]</a:t>
            </a:r>
          </a:p>
        </p:txBody>
      </p:sp>
      <p:sp>
        <p:nvSpPr>
          <p:cNvPr id="46" name="Template 17 object 46">
            <a:extLst xmlns:a="http://schemas.openxmlformats.org/drawingml/2006/main">
              <a:ext uri="{FF2B5EF4-FFF2-40B4-BE49-F238E27FC236}">
                <a16:creationId xmlns:a16="http://schemas.microsoft.com/office/drawing/2014/main" id="{79410055-1C8C-4A18-AB4A-1AE349A3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Illustrative outcome counts</a:t>
            </a:r>
          </a:p>
        </p:txBody>
      </p:sp>
      <p:graphicFrame>
        <p:nvGraphicFramePr>
          <p:cNvPr id="47" name="Template 17 object 47">
            <a:extLst xmlns:a="http://schemas.openxmlformats.org/drawingml/2006/main">
              <a:ext uri="{FF2B5EF4-FFF2-40B4-BE49-F238E27FC236}">
                <a16:creationId xmlns:a16="http://schemas.microsoft.com/office/drawing/2014/main" id="{EE7F8F75-42E6-4117-80E6-005A07544356}"/>
              </a:ext>
            </a:extLst>
          </p:cNvPr>
          <p:cNvGraphicFramePr/>
          <p:nvPr/>
        </p:nvGraphicFramePr>
        <p:xfrm>
          <a:off xmlns:a="http://schemas.openxmlformats.org/drawingml/2006/main" x="6248400" y="2362200"/>
          <a:ext xmlns:a="http://schemas.openxmlformats.org/drawingml/2006/main" cx="5334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d8918fe4ae41e6"/>
          </a:graphicData>
        </a:graphic>
      </p:graphicFrame>
      <p:sp>
        <p:nvSpPr>
          <p:cNvPr id="48" name="Template 17 object 48">
            <a:extLst xmlns:a="http://schemas.openxmlformats.org/drawingml/2006/main">
              <a:ext uri="{FF2B5EF4-FFF2-40B4-BE49-F238E27FC236}">
                <a16:creationId xmlns:a16="http://schemas.microsoft.com/office/drawing/2014/main" id="{60747215-9EE3-4B0F-98E6-3EC624B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14975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[Add failure counts and uncertainty.]</a:t>
            </a:r>
          </a:p>
        </p:txBody>
      </p:sp>
      <p:cxnSp>
        <p:nvCxnSpPr>
          <p:cNvPr id="49" name="Template 17 object 49">
            <a:extLst xmlns:a="http://schemas.openxmlformats.org/drawingml/2006/main">
              <a:ext uri="{FF2B5EF4-FFF2-40B4-BE49-F238E27FC236}">
                <a16:creationId xmlns:a16="http://schemas.microsoft.com/office/drawing/2014/main" id="{D7456409-DDC5-4A84-BDD5-27037F48F3CB}"/>
              </a:ext>
            </a:extLst>
          </p:cNvPr>
          <p:cNvCxnSpPr/>
          <p:nvPr/>
        </p:nvCxnSpPr>
        <p:spPr>
          <a:xfrm xmlns:a="http://schemas.openxmlformats.org/drawingml/2006/main">
            <a:off x="609600" y="5810250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E2E8"/>
            </a:solidFill>
          </a:ln>
        </p:spPr>
      </p:cxnSp>
      <p:sp>
        <p:nvSpPr>
          <p:cNvPr id="50" name="Template 17 object 50">
            <a:extLst xmlns:a="http://schemas.openxmlformats.org/drawingml/2006/main">
              <a:ext uri="{FF2B5EF4-FFF2-40B4-BE49-F238E27FC236}">
                <a16:creationId xmlns:a16="http://schemas.microsoft.com/office/drawing/2014/main" id="{68CD7A84-B7EB-4FA9-ADF3-1E54D3F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[Explain what the result supports within this scenario.]</a:t>
            </a:r>
          </a:p>
        </p:txBody>
      </p:sp>
      <p:sp>
        <p:nvSpPr>
          <p:cNvPr id="51" name="Template 17 object 51">
            <a:extLst xmlns:a="http://schemas.openxmlformats.org/drawingml/2006/main">
              <a:ext uri="{FF2B5EF4-FFF2-40B4-BE49-F238E27FC236}">
                <a16:creationId xmlns:a16="http://schemas.microsoft.com/office/drawing/2014/main" id="{36DF4E7B-2196-4AC2-A78A-DADCA0C7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Conditions: [environment, duration, repetitions, and remaining caveats].</a:t>
            </a:r>
          </a:p>
        </p:txBody>
      </p:sp>
      <p:sp>
        <p:nvSpPr>
          <p:cNvPr id="52" name="Template 17 object 52">
            <a:extLst xmlns:a="http://schemas.openxmlformats.org/drawingml/2006/main">
              <a:ext uri="{FF2B5EF4-FFF2-40B4-BE49-F238E27FC236}">
                <a16:creationId xmlns:a16="http://schemas.microsoft.com/office/drawing/2014/main" id="{D55A9346-C559-4B94-9441-3907B028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Controller</a:t>
            </a:r>
          </a:p>
        </p:txBody>
      </p:sp>
      <p:sp>
        <p:nvSpPr>
          <p:cNvPr id="53" name="Template 17 object 53">
            <a:extLst xmlns:a="http://schemas.openxmlformats.org/drawingml/2006/main">
              <a:ext uri="{FF2B5EF4-FFF2-40B4-BE49-F238E27FC236}">
                <a16:creationId xmlns:a16="http://schemas.microsoft.com/office/drawing/2014/main" id="{C51FB6F0-B849-4982-B567-4FB58BB7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3365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Core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1">
                <a:solidFill>
                  <a:srgbClr val="102A43"/>
                </a:solidFill>
              </a:rPr>
              <a:t>service</a:t>
            </a:r>
          </a:p>
        </p:txBody>
      </p:sp>
      <p:cxnSp>
        <p:nvCxnSpPr>
          <p:cNvPr id="54" name="Template 17 object 54">
            <a:extLst xmlns:a="http://schemas.openxmlformats.org/drawingml/2006/main">
              <a:ext uri="{FF2B5EF4-FFF2-40B4-BE49-F238E27FC236}">
                <a16:creationId xmlns:a16="http://schemas.microsoft.com/office/drawing/2014/main" id="{D2C03A56-B632-4EE8-8A8B-80017ED0880B}"/>
              </a:ext>
            </a:extLst>
          </p:cNvPr>
          <p:cNvCxnSpPr/>
          <p:nvPr/>
        </p:nvCxnSpPr>
        <p:spPr>
          <a:xfrm xmlns:a="http://schemas.openxmlformats.org/drawingml/2006/main">
            <a:off x="3733800" y="2800350"/>
            <a:ext cx="4191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F82"/>
            </a:solidFill>
            <a:headEnd type="triangle" w="sm" len="sm"/>
            <a:tailEnd type="triangle" w="sm" len="sm"/>
          </a:ln>
        </p:spPr>
      </p:cxnSp>
      <p:sp>
        <p:nvSpPr>
          <p:cNvPr id="55" name="Template 17 object 55">
            <a:extLst xmlns:a="http://schemas.openxmlformats.org/drawingml/2006/main">
              <a:ext uri="{FF2B5EF4-FFF2-40B4-BE49-F238E27FC236}">
                <a16:creationId xmlns:a16="http://schemas.microsoft.com/office/drawing/2014/main" id="{AE20FB9E-D091-4C27-90AF-AB7F44D1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Simulator</a:t>
            </a:r>
          </a:p>
        </p:txBody>
      </p:sp>
      <p:sp>
        <p:nvSpPr>
          <p:cNvPr id="56" name="Template 17 object 56">
            <a:extLst xmlns:a="http://schemas.openxmlformats.org/drawingml/2006/main">
              <a:ext uri="{FF2B5EF4-FFF2-40B4-BE49-F238E27FC236}">
                <a16:creationId xmlns:a16="http://schemas.microsoft.com/office/drawing/2014/main" id="{E06E3477-D6B6-4976-8952-541D67E6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</a:defRPr>
            </a:defPPr>
            <a:lvl1pPr algn="ctr">
              <a:defRPr sz="1600" b="1">
                <a:solidFill>
                  <a:srgbClr val="FFFFFF"/>
                </a:solidFill>
              </a:defRPr>
            </a:lvl1pPr>
            <a:lvl2pPr algn="ctr">
              <a:defRPr sz="1600" b="1">
                <a:solidFill>
                  <a:srgbClr val="FFFFFF"/>
                </a:solidFill>
              </a:defRPr>
            </a:lvl2pPr>
            <a:lvl3pPr algn="ctr">
              <a:defRPr sz="1600" b="1">
                <a:solidFill>
                  <a:srgbClr val="FFFFFF"/>
                </a:solidFill>
              </a:defRPr>
            </a:lvl3pPr>
            <a:lvl4pPr algn="ctr">
              <a:defRPr sz="1600" b="1">
                <a:solidFill>
                  <a:srgbClr val="FFFFFF"/>
                </a:solidFill>
              </a:defRPr>
            </a:lvl4pPr>
            <a:lvl5pPr algn="ctr">
              <a:defRPr sz="1600" b="1">
                <a:solidFill>
                  <a:srgbClr val="FFFFFF"/>
                </a:solidFill>
              </a:defRPr>
            </a:lvl5pPr>
            <a:lvl6pPr algn="ctr">
              <a:defRPr sz="1600" b="1">
                <a:solidFill>
                  <a:srgbClr val="FFFFFF"/>
                </a:solidFill>
              </a:defRPr>
            </a:lvl6pPr>
            <a:lvl7pPr algn="ctr">
              <a:defRPr sz="1600" b="1">
                <a:solidFill>
                  <a:srgbClr val="FFFFFF"/>
                </a:solidFill>
              </a:defRPr>
            </a:lvl7pPr>
            <a:lvl8pPr algn="ctr">
              <a:defRPr sz="1600" b="1">
                <a:solidFill>
                  <a:srgbClr val="FFFFFF"/>
                </a:solidFill>
              </a:defRPr>
            </a:lvl8pPr>
            <a:lvl9pPr algn="ctr">
              <a:defRPr sz="1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Engine</a:t>
            </a:r>
          </a:p>
        </p:txBody>
      </p:sp>
      <p:cxnSp>
        <p:nvCxnSpPr>
          <p:cNvPr id="57" name="Template 17 object 57">
            <a:extLst xmlns:a="http://schemas.openxmlformats.org/drawingml/2006/main">
              <a:ext uri="{FF2B5EF4-FFF2-40B4-BE49-F238E27FC236}">
                <a16:creationId xmlns:a16="http://schemas.microsoft.com/office/drawing/2014/main" id="{5750738A-0165-46D8-85F0-D08A789AA137}"/>
              </a:ext>
            </a:extLst>
          </p:cNvPr>
          <p:cNvCxnSpPr/>
          <p:nvPr/>
        </p:nvCxnSpPr>
        <p:spPr>
          <a:xfrm xmlns:a="http://schemas.openxmlformats.org/drawingml/2006/main">
            <a:off x="5048250" y="3143250"/>
            <a:ext cx="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F82"/>
            </a:solidFill>
            <a:headEnd type="triangle" w="sm" len="sm"/>
            <a:tailEnd type="triangle" w="sm" len="sm"/>
          </a:ln>
        </p:spPr>
      </p:cxnSp>
      <p:cxnSp>
        <p:nvCxnSpPr>
          <p:cNvPr id="58" name="Template 17 object 58">
            <a:extLst xmlns:a="http://schemas.openxmlformats.org/drawingml/2006/main">
              <a:ext uri="{FF2B5EF4-FFF2-40B4-BE49-F238E27FC236}">
                <a16:creationId xmlns:a16="http://schemas.microsoft.com/office/drawing/2014/main" id="{3A0BBF61-FAAF-43AD-971A-E41E1AD3DD28}"/>
              </a:ext>
            </a:extLst>
          </p:cNvPr>
          <p:cNvCxnSpPr/>
          <p:nvPr/>
        </p:nvCxnSpPr>
        <p:spPr>
          <a:xfrm xmlns:a="http://schemas.openxmlformats.org/drawingml/2006/main">
            <a:off x="3733800" y="3581400"/>
            <a:ext cx="4191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F82"/>
            </a:solidFill>
            <a:tailEnd type="triangle" w="sm" len="sm"/>
          </a:ln>
        </p:spPr>
      </p:cxnSp>
      <p:sp>
        <p:nvSpPr>
          <p:cNvPr id="59" name="Template 17 object 59">
            <a:extLst xmlns:a="http://schemas.openxmlformats.org/drawingml/2006/main">
              <a:ext uri="{FF2B5EF4-FFF2-40B4-BE49-F238E27FC236}">
                <a16:creationId xmlns:a16="http://schemas.microsoft.com/office/drawing/2014/main" id="{512035FD-D71B-4FED-AF94-5B839224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007F82"/>
                </a:solidFill>
              </a:defRPr>
            </a:defPPr>
            <a:lvl1pPr>
              <a:defRPr sz="1200" b="0">
                <a:solidFill>
                  <a:srgbClr val="007F82"/>
                </a:solidFill>
              </a:defRPr>
            </a:lvl1pPr>
            <a:lvl2pPr>
              <a:defRPr sz="1200" b="0">
                <a:solidFill>
                  <a:srgbClr val="007F82"/>
                </a:solidFill>
              </a:defRPr>
            </a:lvl2pPr>
            <a:lvl3pPr>
              <a:defRPr sz="1200" b="0">
                <a:solidFill>
                  <a:srgbClr val="007F82"/>
                </a:solidFill>
              </a:defRPr>
            </a:lvl3pPr>
            <a:lvl4pPr>
              <a:defRPr sz="1200" b="0">
                <a:solidFill>
                  <a:srgbClr val="007F82"/>
                </a:solidFill>
              </a:defRPr>
            </a:lvl4pPr>
            <a:lvl5pPr>
              <a:defRPr sz="1200" b="0">
                <a:solidFill>
                  <a:srgbClr val="007F82"/>
                </a:solidFill>
              </a:defRPr>
            </a:lvl5pPr>
            <a:lvl6pPr>
              <a:defRPr sz="1200" b="0">
                <a:solidFill>
                  <a:srgbClr val="007F82"/>
                </a:solidFill>
              </a:defRPr>
            </a:lvl6pPr>
            <a:lvl7pPr>
              <a:defRPr sz="1200" b="0">
                <a:solidFill>
                  <a:srgbClr val="007F82"/>
                </a:solidFill>
              </a:defRPr>
            </a:lvl7pPr>
            <a:lvl8pPr>
              <a:defRPr sz="1200" b="0">
                <a:solidFill>
                  <a:srgbClr val="007F82"/>
                </a:solidFill>
              </a:defRPr>
            </a:lvl8pPr>
            <a:lvl9pPr>
              <a:defRPr sz="1200" b="0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7F82"/>
                </a:solidFill>
              </a:defRPr>
            </a:pPr>
            <a:r>
              <a:rPr sz="1200" b="0">
                <a:solidFill>
                  <a:srgbClr val="007F82"/>
                </a:solidFill>
              </a:rPr>
              <a:t>Settings</a:t>
            </a:r>
          </a:p>
        </p:txBody>
      </p:sp>
      <p:sp>
        <p:nvSpPr>
          <p:cNvPr id="60" name="Template 17 object 60">
            <a:extLst xmlns:a="http://schemas.openxmlformats.org/drawingml/2006/main">
              <a:ext uri="{FF2B5EF4-FFF2-40B4-BE49-F238E27FC236}">
                <a16:creationId xmlns:a16="http://schemas.microsoft.com/office/drawing/2014/main" id="{A637F7A8-F934-46D7-B850-F312FF5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43425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D6E2E8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000" b="1">
                <a:solidFill>
                  <a:srgbClr val="102A43"/>
                </a:solidFill>
              </a:defRPr>
            </a:defPPr>
            <a:lvl1pPr algn="ctr">
              <a:defRPr sz="2000" b="1">
                <a:solidFill>
                  <a:srgbClr val="102A43"/>
                </a:solidFill>
              </a:defRPr>
            </a:lvl1pPr>
            <a:lvl2pPr algn="ctr">
              <a:defRPr sz="2000" b="1">
                <a:solidFill>
                  <a:srgbClr val="102A43"/>
                </a:solidFill>
              </a:defRPr>
            </a:lvl2pPr>
            <a:lvl3pPr algn="ctr">
              <a:defRPr sz="2000" b="1">
                <a:solidFill>
                  <a:srgbClr val="102A43"/>
                </a:solidFill>
              </a:defRPr>
            </a:lvl3pPr>
            <a:lvl4pPr algn="ctr">
              <a:defRPr sz="2000" b="1">
                <a:solidFill>
                  <a:srgbClr val="102A43"/>
                </a:solidFill>
              </a:defRPr>
            </a:lvl4pPr>
            <a:lvl5pPr algn="ctr">
              <a:defRPr sz="2000" b="1">
                <a:solidFill>
                  <a:srgbClr val="102A43"/>
                </a:solidFill>
              </a:defRPr>
            </a:lvl5pPr>
            <a:lvl6pPr algn="ctr">
              <a:defRPr sz="2000" b="1">
                <a:solidFill>
                  <a:srgbClr val="102A43"/>
                </a:solidFill>
              </a:defRPr>
            </a:lvl6pPr>
            <a:lvl7pPr algn="ctr">
              <a:defRPr sz="2000" b="1">
                <a:solidFill>
                  <a:srgbClr val="102A43"/>
                </a:solidFill>
              </a:defRPr>
            </a:lvl7pPr>
            <a:lvl8pPr algn="ctr">
              <a:defRPr sz="2000" b="1">
                <a:solidFill>
                  <a:srgbClr val="102A43"/>
                </a:solidFill>
              </a:defRPr>
            </a:lvl8pPr>
            <a:lvl9pPr algn="ctr">
              <a:defRPr sz="2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102A43"/>
                </a:solidFill>
              </a:defRPr>
            </a:pPr>
            <a:r>
              <a:rPr sz="2000" b="1">
                <a:solidFill>
                  <a:srgbClr val="102A43"/>
                </a:solidFill>
              </a:rPr>
              <a:t>Client</a:t>
            </a:r>
          </a:p>
        </p:txBody>
      </p:sp>
      <p:cxnSp>
        <p:nvCxnSpPr>
          <p:cNvPr id="61" name="Template 17 object 61">
            <a:extLst xmlns:a="http://schemas.openxmlformats.org/drawingml/2006/main">
              <a:ext uri="{FF2B5EF4-FFF2-40B4-BE49-F238E27FC236}">
                <a16:creationId xmlns:a16="http://schemas.microsoft.com/office/drawing/2014/main" id="{A472E4D5-C640-446E-BEB0-7F2BB7A4EADC}"/>
              </a:ext>
            </a:extLst>
          </p:cNvPr>
          <p:cNvCxnSpPr/>
          <p:nvPr/>
        </p:nvCxnSpPr>
        <p:spPr>
          <a:xfrm xmlns:a="http://schemas.openxmlformats.org/drawingml/2006/main">
            <a:off x="5048250" y="3886200"/>
            <a:ext cx="9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F82"/>
            </a:solidFill>
            <a:headEnd type="triangle" w="sm" len="sm"/>
            <a:tailEnd type="triangle" w="sm" len="sm"/>
          </a:ln>
        </p:spPr>
      </p:cxnSp>
      <p:cxnSp>
        <p:nvCxnSpPr>
          <p:cNvPr id="62" name="Template 17 object 62">
            <a:extLst xmlns:a="http://schemas.openxmlformats.org/drawingml/2006/main">
              <a:ext uri="{FF2B5EF4-FFF2-40B4-BE49-F238E27FC236}">
                <a16:creationId xmlns:a16="http://schemas.microsoft.com/office/drawing/2014/main" id="{5F24C4FA-9B9E-4A32-9661-5D30D8089D5F}"/>
              </a:ext>
            </a:extLst>
          </p:cNvPr>
          <p:cNvCxnSpPr/>
          <p:nvPr/>
        </p:nvCxnSpPr>
        <p:spPr>
          <a:xfrm xmlns:a="http://schemas.openxmlformats.org/drawingml/2006/main">
            <a:off x="3733800" y="4772025"/>
            <a:ext cx="4191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F82"/>
            </a:solidFill>
            <a:headEnd type="triangle" w="sm" len="sm"/>
            <a:tailEnd type="triangle" w="sm" len="sm"/>
          </a:ln>
        </p:spPr>
      </p:cxnSp>
      <p:cxnSp>
        <p:nvCxnSpPr>
          <p:cNvPr id="63" name="Template 17 object 63">
            <a:extLst xmlns:a="http://schemas.openxmlformats.org/drawingml/2006/main">
              <a:ext uri="{FF2B5EF4-FFF2-40B4-BE49-F238E27FC236}">
                <a16:creationId xmlns:a16="http://schemas.microsoft.com/office/drawing/2014/main" id="{A3B1E574-ABFD-493F-8B8F-E3A2A57425CE}"/>
              </a:ext>
            </a:extLst>
          </p:cNvPr>
          <p:cNvCxnSpPr/>
          <p:nvPr/>
        </p:nvCxnSpPr>
        <p:spPr>
          <a:xfrm xmlns:a="http://schemas.openxmlformats.org/drawingml/2006/main" flipV="1">
            <a:off x="2133600" y="3886200"/>
            <a:ext cx="95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F82"/>
            </a:solidFill>
            <a:tailEnd type="triangle" w="sm" len="sm"/>
          </a:ln>
        </p:spPr>
      </p:cxnSp>
      <p:sp>
        <p:nvSpPr>
          <p:cNvPr id="64" name="Template 17 object 64">
            <a:extLst xmlns:a="http://schemas.openxmlformats.org/drawingml/2006/main">
              <a:ext uri="{FF2B5EF4-FFF2-40B4-BE49-F238E27FC236}">
                <a16:creationId xmlns:a16="http://schemas.microsoft.com/office/drawing/2014/main" id="{C6146872-F86E-4F33-9369-B5D4F75C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007F82"/>
                </a:solidFill>
              </a:defRPr>
            </a:defPPr>
            <a:lvl1pPr>
              <a:defRPr sz="1200" b="0">
                <a:solidFill>
                  <a:srgbClr val="007F82"/>
                </a:solidFill>
              </a:defRPr>
            </a:lvl1pPr>
            <a:lvl2pPr>
              <a:defRPr sz="1200" b="0">
                <a:solidFill>
                  <a:srgbClr val="007F82"/>
                </a:solidFill>
              </a:defRPr>
            </a:lvl2pPr>
            <a:lvl3pPr>
              <a:defRPr sz="1200" b="0">
                <a:solidFill>
                  <a:srgbClr val="007F82"/>
                </a:solidFill>
              </a:defRPr>
            </a:lvl3pPr>
            <a:lvl4pPr>
              <a:defRPr sz="1200" b="0">
                <a:solidFill>
                  <a:srgbClr val="007F82"/>
                </a:solidFill>
              </a:defRPr>
            </a:lvl4pPr>
            <a:lvl5pPr>
              <a:defRPr sz="1200" b="0">
                <a:solidFill>
                  <a:srgbClr val="007F82"/>
                </a:solidFill>
              </a:defRPr>
            </a:lvl5pPr>
            <a:lvl6pPr>
              <a:defRPr sz="1200" b="0">
                <a:solidFill>
                  <a:srgbClr val="007F82"/>
                </a:solidFill>
              </a:defRPr>
            </a:lvl6pPr>
            <a:lvl7pPr>
              <a:defRPr sz="1200" b="0">
                <a:solidFill>
                  <a:srgbClr val="007F82"/>
                </a:solidFill>
              </a:defRPr>
            </a:lvl7pPr>
            <a:lvl8pPr>
              <a:defRPr sz="1200" b="0">
                <a:solidFill>
                  <a:srgbClr val="007F82"/>
                </a:solidFill>
              </a:defRPr>
            </a:lvl8pPr>
            <a:lvl9pPr>
              <a:defRPr sz="1200" b="0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7F82"/>
                </a:solidFill>
              </a:defRPr>
            </a:pPr>
            <a:r>
              <a:rPr sz="1200" b="0">
                <a:solidFill>
                  <a:srgbClr val="007F82"/>
                </a:solidFill>
              </a:rPr>
              <a:t>State</a:t>
            </a:r>
          </a:p>
        </p:txBody>
      </p:sp>
      <p:sp>
        <p:nvSpPr>
          <p:cNvPr id="66" name="Template 17 object 66">
            <a:extLst xmlns:a="http://schemas.openxmlformats.org/drawingml/2006/main">
              <a:ext uri="{FF2B5EF4-FFF2-40B4-BE49-F238E27FC236}">
                <a16:creationId xmlns:a16="http://schemas.microsoft.com/office/drawing/2014/main" id="{6F128753-D345-4916-8C64-7F91521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[Application scene and system mapping]</a:t>
            </a:r>
          </a:p>
        </p:txBody>
      </p:sp>
      <p:sp>
        <p:nvSpPr>
          <p:cNvPr id="67" name="Template 17 object 67">
            <a:extLst xmlns:a="http://schemas.openxmlformats.org/drawingml/2006/main">
              <a:ext uri="{FF2B5EF4-FFF2-40B4-BE49-F238E27FC236}">
                <a16:creationId xmlns:a16="http://schemas.microsoft.com/office/drawing/2014/main" id="{336A019E-49CD-4FF0-8907-62FC59B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Baseline: [decision behavior]</a:t>
            </a:r>
          </a:p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Proposed: [decision behavior]</a:t>
            </a:r>
          </a:p>
        </p:txBody>
      </p:sp>
      <p:sp>
        <p:nvSpPr>
          <p:cNvPr id="68" name="Editable image placeholder 17">
            <a:extLst xmlns:a="http://schemas.openxmlformats.org/drawingml/2006/main">
              <a:ext uri="{FF2B5EF4-FFF2-40B4-BE49-F238E27FC236}">
                <a16:creationId xmlns:a16="http://schemas.microsoft.com/office/drawing/2014/main" id="{0F873616-25CF-4019-8A4F-CA01ADCF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007F82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>
                <a:solidFill>
                  <a:srgbClr val="536B7B"/>
                </a:solidFill>
              </a:defRPr>
            </a:defPPr>
            <a:lvl1pPr algn="ctr">
              <a:defRPr sz="1350">
                <a:solidFill>
                  <a:srgbClr val="536B7B"/>
                </a:solidFill>
              </a:defRPr>
            </a:lvl1pPr>
            <a:lvl2pPr algn="ctr">
              <a:defRPr sz="1350">
                <a:solidFill>
                  <a:srgbClr val="536B7B"/>
                </a:solidFill>
              </a:defRPr>
            </a:lvl2pPr>
            <a:lvl3pPr algn="ctr">
              <a:defRPr sz="1350">
                <a:solidFill>
                  <a:srgbClr val="536B7B"/>
                </a:solidFill>
              </a:defRPr>
            </a:lvl3pPr>
            <a:lvl4pPr algn="ctr">
              <a:defRPr sz="1350">
                <a:solidFill>
                  <a:srgbClr val="536B7B"/>
                </a:solidFill>
              </a:defRPr>
            </a:lvl4pPr>
            <a:lvl5pPr algn="ctr">
              <a:defRPr sz="1350">
                <a:solidFill>
                  <a:srgbClr val="536B7B"/>
                </a:solidFill>
              </a:defRPr>
            </a:lvl5pPr>
            <a:lvl6pPr algn="ctr">
              <a:defRPr sz="1350">
                <a:solidFill>
                  <a:srgbClr val="536B7B"/>
                </a:solidFill>
              </a:defRPr>
            </a:lvl6pPr>
            <a:lvl7pPr algn="ctr">
              <a:defRPr sz="1350">
                <a:solidFill>
                  <a:srgbClr val="536B7B"/>
                </a:solidFill>
              </a:defRPr>
            </a:lvl7pPr>
            <a:lvl8pPr algn="ctr">
              <a:defRPr sz="1350">
                <a:solidFill>
                  <a:srgbClr val="536B7B"/>
                </a:solidFill>
              </a:defRPr>
            </a:lvl8pPr>
            <a:lvl9pPr algn="ctr">
              <a:defRPr sz="135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36B7B"/>
                </a:solidFill>
              </a:defRPr>
            </a:pPr>
            <a:r>
              <a:rPr sz="1350">
                <a:solidFill>
                  <a:srgbClr val="536B7B"/>
                </a:solidFill>
              </a:rPr>
              <a:t>[Insert application image]</a:t>
            </a:r>
          </a:p>
        </p:txBody>
      </p:sp>
    </p:spTree>
    <p:extLst>
      <p:ext uri="{BB962C8B-B14F-4D97-AF65-F5344CB8AC3E}">
        <p14:creationId xmlns:p14="http://schemas.microsoft.com/office/powerpoint/2010/main" val="17086928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18 object 16">
            <a:extLst xmlns:a="http://schemas.openxmlformats.org/drawingml/2006/main">
              <a:ext uri="{FF2B5EF4-FFF2-40B4-BE49-F238E27FC236}">
                <a16:creationId xmlns:a16="http://schemas.microsoft.com/office/drawing/2014/main" id="{6CCB06D3-A583-4CC2-A182-CAB24D3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7" name="Template 18 object 17">
            <a:extLst xmlns:a="http://schemas.openxmlformats.org/drawingml/2006/main">
              <a:ext uri="{FF2B5EF4-FFF2-40B4-BE49-F238E27FC236}">
                <a16:creationId xmlns:a16="http://schemas.microsoft.com/office/drawing/2014/main" id="{79187B99-86AD-4E18-8CEF-AFE0C0D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18" name="Template 18 object 18">
            <a:extLst xmlns:a="http://schemas.openxmlformats.org/drawingml/2006/main">
              <a:ext uri="{FF2B5EF4-FFF2-40B4-BE49-F238E27FC236}">
                <a16:creationId xmlns:a16="http://schemas.microsoft.com/office/drawing/2014/main" id="{FE0FAF4D-E309-41D6-8C26-2793A3BC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9" name="Template 18 object 19">
            <a:extLst xmlns:a="http://schemas.openxmlformats.org/drawingml/2006/main">
              <a:ext uri="{FF2B5EF4-FFF2-40B4-BE49-F238E27FC236}">
                <a16:creationId xmlns:a16="http://schemas.microsoft.com/office/drawing/2014/main" id="{F858DBF7-D3D2-41F7-9BB0-45D250D0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20" name="Template 18 object 20">
            <a:extLst xmlns:a="http://schemas.openxmlformats.org/drawingml/2006/main">
              <a:ext uri="{FF2B5EF4-FFF2-40B4-BE49-F238E27FC236}">
                <a16:creationId xmlns:a16="http://schemas.microsoft.com/office/drawing/2014/main" id="{93BE7D26-1E64-4EBF-BB1C-673EFD09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[Summarize the boundaries of the demonstrated system.]</a:t>
            </a:r>
          </a:p>
        </p:txBody>
      </p:sp>
      <p:sp>
        <p:nvSpPr>
          <p:cNvPr id="21" name="Template 18 object 21">
            <a:extLst xmlns:a="http://schemas.openxmlformats.org/drawingml/2006/main">
              <a:ext uri="{FF2B5EF4-FFF2-40B4-BE49-F238E27FC236}">
                <a16:creationId xmlns:a16="http://schemas.microsoft.com/office/drawing/2014/main" id="{715E3B93-74ED-42AE-B688-4B01AC45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[Limitation 1]</a:t>
            </a:r>
          </a:p>
        </p:txBody>
      </p:sp>
      <p:sp>
        <p:nvSpPr>
          <p:cNvPr id="22" name="Template 18 object 22">
            <a:extLst xmlns:a="http://schemas.openxmlformats.org/drawingml/2006/main">
              <a:ext uri="{FF2B5EF4-FFF2-40B4-BE49-F238E27FC236}">
                <a16:creationId xmlns:a16="http://schemas.microsoft.com/office/drawing/2014/main" id="{20954D40-4A1F-40A7-8E27-2FA1FFBB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7772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[Describe the unsupported condition.]</a:t>
            </a:r>
          </a:p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[Explain its practical consequence.]</a:t>
            </a:r>
          </a:p>
        </p:txBody>
      </p:sp>
      <p:sp>
        <p:nvSpPr>
          <p:cNvPr id="23" name="Template 18 object 23">
            <a:extLst xmlns:a="http://schemas.openxmlformats.org/drawingml/2006/main">
              <a:ext uri="{FF2B5EF4-FFF2-40B4-BE49-F238E27FC236}">
                <a16:creationId xmlns:a16="http://schemas.microsoft.com/office/drawing/2014/main" id="{44C63387-C07F-4728-9AF4-E0120114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9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mplate 18 object 24">
            <a:extLst xmlns:a="http://schemas.openxmlformats.org/drawingml/2006/main">
              <a:ext uri="{FF2B5EF4-FFF2-40B4-BE49-F238E27FC236}">
                <a16:creationId xmlns:a16="http://schemas.microsoft.com/office/drawing/2014/main" id="{C3D8643D-08DF-4264-B560-B4FD91A4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[Limitation 2]</a:t>
            </a:r>
          </a:p>
        </p:txBody>
      </p:sp>
      <p:sp>
        <p:nvSpPr>
          <p:cNvPr id="25" name="Template 18 object 25">
            <a:extLst xmlns:a="http://schemas.openxmlformats.org/drawingml/2006/main">
              <a:ext uri="{FF2B5EF4-FFF2-40B4-BE49-F238E27FC236}">
                <a16:creationId xmlns:a16="http://schemas.microsoft.com/office/drawing/2014/main" id="{3123B8BC-D9BA-4C47-B3EB-99554B2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72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[Describe the supported range.]</a:t>
            </a:r>
          </a:p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[Explain what falls outside it.]</a:t>
            </a:r>
          </a:p>
        </p:txBody>
      </p:sp>
      <p:sp>
        <p:nvSpPr>
          <p:cNvPr id="26" name="Template 18 object 26">
            <a:extLst xmlns:a="http://schemas.openxmlformats.org/drawingml/2006/main">
              <a:ext uri="{FF2B5EF4-FFF2-40B4-BE49-F238E27FC236}">
                <a16:creationId xmlns:a16="http://schemas.microsoft.com/office/drawing/2014/main" id="{CF216E12-4C8A-4A30-A18B-E76B8CDD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9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mplate 18 object 27">
            <a:extLst xmlns:a="http://schemas.openxmlformats.org/drawingml/2006/main">
              <a:ext uri="{FF2B5EF4-FFF2-40B4-BE49-F238E27FC236}">
                <a16:creationId xmlns:a16="http://schemas.microsoft.com/office/drawing/2014/main" id="{7B92F39C-0B27-4F8D-B92F-36735E14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[Limitation 3]</a:t>
            </a:r>
          </a:p>
        </p:txBody>
      </p:sp>
      <p:sp>
        <p:nvSpPr>
          <p:cNvPr id="28" name="Template 18 object 28">
            <a:extLst xmlns:a="http://schemas.openxmlformats.org/drawingml/2006/main">
              <a:ext uri="{FF2B5EF4-FFF2-40B4-BE49-F238E27FC236}">
                <a16:creationId xmlns:a16="http://schemas.microsoft.com/office/drawing/2014/main" id="{4ABDB3FF-AD2C-4D4A-B369-1739DA29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52950"/>
            <a:ext cx="7772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[Describe the current implementation boundary.]</a:t>
            </a:r>
          </a:p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[Explain the remaining gap.]</a:t>
            </a:r>
          </a:p>
        </p:txBody>
      </p:sp>
    </p:spTree>
    <p:extLst>
      <p:ext uri="{BB962C8B-B14F-4D97-AF65-F5344CB8AC3E}">
        <p14:creationId xmlns:p14="http://schemas.microsoft.com/office/powerpoint/2010/main" val="9944786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19 object 16">
            <a:extLst xmlns:a="http://schemas.openxmlformats.org/drawingml/2006/main">
              <a:ext uri="{FF2B5EF4-FFF2-40B4-BE49-F238E27FC236}">
                <a16:creationId xmlns:a16="http://schemas.microsoft.com/office/drawing/2014/main" id="{42E2D0EF-967E-46CF-93A4-9A117E49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7" name="Template 19 object 17">
            <a:extLst xmlns:a="http://schemas.openxmlformats.org/drawingml/2006/main">
              <a:ext uri="{FF2B5EF4-FFF2-40B4-BE49-F238E27FC236}">
                <a16:creationId xmlns:a16="http://schemas.microsoft.com/office/drawing/2014/main" id="{A1C7858F-6D75-415F-A879-AA8229F8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18" name="Template 19 object 18">
            <a:extLst xmlns:a="http://schemas.openxmlformats.org/drawingml/2006/main">
              <a:ext uri="{FF2B5EF4-FFF2-40B4-BE49-F238E27FC236}">
                <a16:creationId xmlns:a16="http://schemas.microsoft.com/office/drawing/2014/main" id="{91F646C9-043E-4012-ACC8-CC10093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FUTURE WORK · PLANNED</a:t>
            </a:r>
          </a:p>
        </p:txBody>
      </p:sp>
      <p:sp>
        <p:nvSpPr>
          <p:cNvPr id="19" name="Template 19 object 19">
            <a:extLst xmlns:a="http://schemas.openxmlformats.org/drawingml/2006/main">
              <a:ext uri="{FF2B5EF4-FFF2-40B4-BE49-F238E27FC236}">
                <a16:creationId xmlns:a16="http://schemas.microsoft.com/office/drawing/2014/main" id="{FDD419EA-0CFF-4FEE-B876-3FF7EF1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[Two directions for extending the system]</a:t>
            </a:r>
          </a:p>
        </p:txBody>
      </p:sp>
      <p:sp>
        <p:nvSpPr>
          <p:cNvPr id="20" name="Template 19 object 20">
            <a:extLst xmlns:a="http://schemas.openxmlformats.org/drawingml/2006/main">
              <a:ext uri="{FF2B5EF4-FFF2-40B4-BE49-F238E27FC236}">
                <a16:creationId xmlns:a16="http://schemas.microsoft.com/office/drawing/2014/main" id="{B683A2BB-C51E-4A2C-A7FC-0528571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[Explain the common objective behind these directions.]</a:t>
            </a:r>
          </a:p>
        </p:txBody>
      </p:sp>
      <p:sp>
        <p:nvSpPr>
          <p:cNvPr id="21" name="Template 19 object 21">
            <a:extLst xmlns:a="http://schemas.openxmlformats.org/drawingml/2006/main">
              <a:ext uri="{FF2B5EF4-FFF2-40B4-BE49-F238E27FC236}">
                <a16:creationId xmlns:a16="http://schemas.microsoft.com/office/drawing/2014/main" id="{29ABBE08-A274-4E41-A156-32546B91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[Direction A]</a:t>
            </a:r>
          </a:p>
        </p:txBody>
      </p:sp>
      <p:sp>
        <p:nvSpPr>
          <p:cNvPr id="22" name="Template 19 object 22">
            <a:extLst xmlns:a="http://schemas.openxmlformats.org/drawingml/2006/main">
              <a:ext uri="{FF2B5EF4-FFF2-40B4-BE49-F238E27FC236}">
                <a16:creationId xmlns:a16="http://schemas.microsoft.com/office/drawing/2014/main" id="{DB35D02F-2B58-460F-ADD0-78A47591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[Describe the proposed change.]</a:t>
            </a:r>
          </a:p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[State the benefit that remains to be tested.]</a:t>
            </a:r>
          </a:p>
        </p:txBody>
      </p:sp>
      <p:sp>
        <p:nvSpPr>
          <p:cNvPr id="24" name="Template 19 object 24">
            <a:extLst xmlns:a="http://schemas.openxmlformats.org/drawingml/2006/main">
              <a:ext uri="{FF2B5EF4-FFF2-40B4-BE49-F238E27FC236}">
                <a16:creationId xmlns:a16="http://schemas.microsoft.com/office/drawing/2014/main" id="{48B4FF66-C586-40D9-8FAC-28D37890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[Direction B]</a:t>
            </a:r>
          </a:p>
        </p:txBody>
      </p:sp>
      <p:sp>
        <p:nvSpPr>
          <p:cNvPr id="25" name="Template 19 object 25">
            <a:extLst xmlns:a="http://schemas.openxmlformats.org/drawingml/2006/main">
              <a:ext uri="{FF2B5EF4-FFF2-40B4-BE49-F238E27FC236}">
                <a16:creationId xmlns:a16="http://schemas.microsoft.com/office/drawing/2014/main" id="{FEE94853-FD18-4D13-8C5E-1CDB40FF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9700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[Describe the proposed change.]</a:t>
            </a:r>
          </a:p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[State the expected scaling or capability goal.]</a:t>
            </a:r>
          </a:p>
        </p:txBody>
      </p:sp>
      <p:sp>
        <p:nvSpPr>
          <p:cNvPr id="26" name="Template 19 object 26">
            <a:extLst xmlns:a="http://schemas.openxmlformats.org/drawingml/2006/main">
              <a:ext uri="{FF2B5EF4-FFF2-40B4-BE49-F238E27FC236}">
                <a16:creationId xmlns:a16="http://schemas.microsoft.com/office/drawing/2014/main" id="{03EDB764-4A43-4F2E-90B1-70F82BEA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9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mplate 19 object 27">
            <a:extLst xmlns:a="http://schemas.openxmlformats.org/drawingml/2006/main">
              <a:ext uri="{FF2B5EF4-FFF2-40B4-BE49-F238E27FC236}">
                <a16:creationId xmlns:a16="http://schemas.microsoft.com/office/drawing/2014/main" id="{7F15C0A6-E232-4F44-BF5E-CD3CFEAD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Target: [the outcome these planned changes aim to achieve].</a:t>
            </a:r>
          </a:p>
        </p:txBody>
      </p:sp>
      <p:sp>
        <p:nvSpPr>
          <p:cNvPr id="28" name="Template 19 object 28">
            <a:extLst xmlns:a="http://schemas.openxmlformats.org/drawingml/2006/main">
              <a:ext uri="{FF2B5EF4-FFF2-40B4-BE49-F238E27FC236}">
                <a16:creationId xmlns:a16="http://schemas.microsoft.com/office/drawing/2014/main" id="{B01A629C-3569-45E7-9360-7979BE0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[Concept A image caption]</a:t>
            </a:r>
          </a:p>
        </p:txBody>
      </p:sp>
      <p:sp>
        <p:nvSpPr>
          <p:cNvPr id="29" name="Template 19 object 29">
            <a:extLst xmlns:a="http://schemas.openxmlformats.org/drawingml/2006/main">
              <a:ext uri="{FF2B5EF4-FFF2-40B4-BE49-F238E27FC236}">
                <a16:creationId xmlns:a16="http://schemas.microsoft.com/office/drawing/2014/main" id="{251D1AF2-9860-4322-AEA7-A4C817C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8632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[Concept B image caption]</a:t>
            </a:r>
          </a:p>
        </p:txBody>
      </p:sp>
      <p:sp>
        <p:nvSpPr>
          <p:cNvPr id="30" name="Template 19 object 30">
            <a:extLst xmlns:a="http://schemas.openxmlformats.org/drawingml/2006/main">
              <a:ext uri="{FF2B5EF4-FFF2-40B4-BE49-F238E27FC236}">
                <a16:creationId xmlns:a16="http://schemas.microsoft.com/office/drawing/2014/main" id="{B592BC39-7A8B-460C-8852-224A15E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[Add asset credits and any necessary permissions when inserting images.]</a:t>
            </a:r>
          </a:p>
        </p:txBody>
      </p:sp>
      <p:sp>
        <p:nvSpPr>
          <p:cNvPr id="31" name="Editable image placeholder 19">
            <a:extLst xmlns:a="http://schemas.openxmlformats.org/drawingml/2006/main">
              <a:ext uri="{FF2B5EF4-FFF2-40B4-BE49-F238E27FC236}">
                <a16:creationId xmlns:a16="http://schemas.microsoft.com/office/drawing/2014/main" id="{06C1266D-F340-41E2-816A-BC09D70B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57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007F82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>
                <a:solidFill>
                  <a:srgbClr val="536B7B"/>
                </a:solidFill>
              </a:defRPr>
            </a:defPPr>
            <a:lvl1pPr algn="ctr">
              <a:defRPr sz="1350">
                <a:solidFill>
                  <a:srgbClr val="536B7B"/>
                </a:solidFill>
              </a:defRPr>
            </a:lvl1pPr>
            <a:lvl2pPr algn="ctr">
              <a:defRPr sz="1350">
                <a:solidFill>
                  <a:srgbClr val="536B7B"/>
                </a:solidFill>
              </a:defRPr>
            </a:lvl2pPr>
            <a:lvl3pPr algn="ctr">
              <a:defRPr sz="1350">
                <a:solidFill>
                  <a:srgbClr val="536B7B"/>
                </a:solidFill>
              </a:defRPr>
            </a:lvl3pPr>
            <a:lvl4pPr algn="ctr">
              <a:defRPr sz="1350">
                <a:solidFill>
                  <a:srgbClr val="536B7B"/>
                </a:solidFill>
              </a:defRPr>
            </a:lvl4pPr>
            <a:lvl5pPr algn="ctr">
              <a:defRPr sz="1350">
                <a:solidFill>
                  <a:srgbClr val="536B7B"/>
                </a:solidFill>
              </a:defRPr>
            </a:lvl5pPr>
            <a:lvl6pPr algn="ctr">
              <a:defRPr sz="1350">
                <a:solidFill>
                  <a:srgbClr val="536B7B"/>
                </a:solidFill>
              </a:defRPr>
            </a:lvl6pPr>
            <a:lvl7pPr algn="ctr">
              <a:defRPr sz="1350">
                <a:solidFill>
                  <a:srgbClr val="536B7B"/>
                </a:solidFill>
              </a:defRPr>
            </a:lvl7pPr>
            <a:lvl8pPr algn="ctr">
              <a:defRPr sz="1350">
                <a:solidFill>
                  <a:srgbClr val="536B7B"/>
                </a:solidFill>
              </a:defRPr>
            </a:lvl8pPr>
            <a:lvl9pPr algn="ctr">
              <a:defRPr sz="135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36B7B"/>
                </a:solidFill>
              </a:defRPr>
            </a:pPr>
            <a:r>
              <a:rPr sz="1350">
                <a:solidFill>
                  <a:srgbClr val="536B7B"/>
                </a:solidFill>
              </a:rPr>
              <a:t>[Insert concept image]</a:t>
            </a:r>
          </a:p>
        </p:txBody>
      </p:sp>
      <p:sp>
        <p:nvSpPr>
          <p:cNvPr id="32" name="Editable image placeholder 19">
            <a:extLst xmlns:a="http://schemas.openxmlformats.org/drawingml/2006/main">
              <a:ext uri="{FF2B5EF4-FFF2-40B4-BE49-F238E27FC236}">
                <a16:creationId xmlns:a16="http://schemas.microsoft.com/office/drawing/2014/main" id="{B2720A8A-A151-49C0-8D35-137A2B33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5257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007F82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>
                <a:solidFill>
                  <a:srgbClr val="536B7B"/>
                </a:solidFill>
              </a:defRPr>
            </a:defPPr>
            <a:lvl1pPr algn="ctr">
              <a:defRPr sz="1350">
                <a:solidFill>
                  <a:srgbClr val="536B7B"/>
                </a:solidFill>
              </a:defRPr>
            </a:lvl1pPr>
            <a:lvl2pPr algn="ctr">
              <a:defRPr sz="1350">
                <a:solidFill>
                  <a:srgbClr val="536B7B"/>
                </a:solidFill>
              </a:defRPr>
            </a:lvl2pPr>
            <a:lvl3pPr algn="ctr">
              <a:defRPr sz="1350">
                <a:solidFill>
                  <a:srgbClr val="536B7B"/>
                </a:solidFill>
              </a:defRPr>
            </a:lvl3pPr>
            <a:lvl4pPr algn="ctr">
              <a:defRPr sz="1350">
                <a:solidFill>
                  <a:srgbClr val="536B7B"/>
                </a:solidFill>
              </a:defRPr>
            </a:lvl4pPr>
            <a:lvl5pPr algn="ctr">
              <a:defRPr sz="1350">
                <a:solidFill>
                  <a:srgbClr val="536B7B"/>
                </a:solidFill>
              </a:defRPr>
            </a:lvl5pPr>
            <a:lvl6pPr algn="ctr">
              <a:defRPr sz="1350">
                <a:solidFill>
                  <a:srgbClr val="536B7B"/>
                </a:solidFill>
              </a:defRPr>
            </a:lvl6pPr>
            <a:lvl7pPr algn="ctr">
              <a:defRPr sz="1350">
                <a:solidFill>
                  <a:srgbClr val="536B7B"/>
                </a:solidFill>
              </a:defRPr>
            </a:lvl7pPr>
            <a:lvl8pPr algn="ctr">
              <a:defRPr sz="1350">
                <a:solidFill>
                  <a:srgbClr val="536B7B"/>
                </a:solidFill>
              </a:defRPr>
            </a:lvl8pPr>
            <a:lvl9pPr algn="ctr">
              <a:defRPr sz="135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36B7B"/>
                </a:solidFill>
              </a:defRPr>
            </a:pPr>
            <a:r>
              <a:rPr sz="1350">
                <a:solidFill>
                  <a:srgbClr val="536B7B"/>
                </a:solidFill>
              </a:rPr>
              <a:t>[Insert concept image]</a:t>
            </a:r>
          </a:p>
        </p:txBody>
      </p:sp>
    </p:spTree>
    <p:extLst>
      <p:ext uri="{BB962C8B-B14F-4D97-AF65-F5344CB8AC3E}">
        <p14:creationId xmlns:p14="http://schemas.microsoft.com/office/powerpoint/2010/main" val="17882637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20 object 16">
            <a:extLst xmlns:a="http://schemas.openxmlformats.org/drawingml/2006/main">
              <a:ext uri="{FF2B5EF4-FFF2-40B4-BE49-F238E27FC236}">
                <a16:creationId xmlns:a16="http://schemas.microsoft.com/office/drawing/2014/main" id="{185C9E31-8510-4516-A899-652BFCBC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7" name="Template 20 object 17">
            <a:extLst xmlns:a="http://schemas.openxmlformats.org/drawingml/2006/main">
              <a:ext uri="{FF2B5EF4-FFF2-40B4-BE49-F238E27FC236}">
                <a16:creationId xmlns:a16="http://schemas.microsoft.com/office/drawing/2014/main" id="{4DE792AF-3C83-467A-A8B4-3B1E9A3E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18" name="Template 20 object 18">
            <a:extLst xmlns:a="http://schemas.openxmlformats.org/drawingml/2006/main">
              <a:ext uri="{FF2B5EF4-FFF2-40B4-BE49-F238E27FC236}">
                <a16:creationId xmlns:a16="http://schemas.microsoft.com/office/drawing/2014/main" id="{B1A0251F-D3D9-4AC0-99CA-79CADE6A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FUTURE WORK · PLANNED</a:t>
            </a:r>
          </a:p>
        </p:txBody>
      </p:sp>
      <p:sp>
        <p:nvSpPr>
          <p:cNvPr id="19" name="Template 20 object 19">
            <a:extLst xmlns:a="http://schemas.openxmlformats.org/drawingml/2006/main">
              <a:ext uri="{FF2B5EF4-FFF2-40B4-BE49-F238E27FC236}">
                <a16:creationId xmlns:a16="http://schemas.microsoft.com/office/drawing/2014/main" id="{C195EF97-E238-4C4A-9798-CF57868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[Planned platform and integration architecture]</a:t>
            </a:r>
          </a:p>
        </p:txBody>
      </p:sp>
      <p:sp>
        <p:nvSpPr>
          <p:cNvPr id="101" name="Template 20 object 101">
            <a:extLst xmlns:a="http://schemas.openxmlformats.org/drawingml/2006/main">
              <a:ext uri="{FF2B5EF4-FFF2-40B4-BE49-F238E27FC236}">
                <a16:creationId xmlns:a16="http://schemas.microsoft.com/office/drawing/2014/main" id="{D2D920F4-C629-4DA6-A7FE-F6EB8928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562100"/>
            <a:ext cx="8458200" cy="1066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536B7B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>
              <a:latin typeface="Arial"/>
              <a:ea typeface="Arial"/>
              <a:cs typeface="Arial"/>
            </a:endParaRPr>
          </a:p>
        </p:txBody>
      </p:sp>
      <p:sp>
        <p:nvSpPr>
          <p:cNvPr id="102" name="Template 20 object 102">
            <a:extLst xmlns:a="http://schemas.openxmlformats.org/drawingml/2006/main">
              <a:ext uri="{FF2B5EF4-FFF2-40B4-BE49-F238E27FC236}">
                <a16:creationId xmlns:a16="http://schemas.microsoft.com/office/drawing/2014/main" id="{97ED301F-2FB9-4C8F-BFA0-FDE4520F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16573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OPTIONAL HARDWARE INTEGRATION · PLANNED</a:t>
            </a:r>
          </a:p>
        </p:txBody>
      </p:sp>
      <p:sp>
        <p:nvSpPr>
          <p:cNvPr id="103" name="Template 20 object 103">
            <a:extLst xmlns:a="http://schemas.openxmlformats.org/drawingml/2006/main">
              <a:ext uri="{FF2B5EF4-FFF2-40B4-BE49-F238E27FC236}">
                <a16:creationId xmlns:a16="http://schemas.microsoft.com/office/drawing/2014/main" id="{7007D431-AA9F-4AE4-A623-208BC846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14650" y="1924050"/>
            <a:ext cx="16764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536B7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 hardware</a:t>
            </a:r>
          </a:p>
        </p:txBody>
      </p:sp>
      <p:sp>
        <p:nvSpPr>
          <p:cNvPr id="104" name="Template 20 object 104">
            <a:extLst xmlns:a="http://schemas.openxmlformats.org/drawingml/2006/main">
              <a:ext uri="{FF2B5EF4-FFF2-40B4-BE49-F238E27FC236}">
                <a16:creationId xmlns:a16="http://schemas.microsoft.com/office/drawing/2014/main" id="{800DC1F0-6B4F-47F3-8F35-141C1DFC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8250" y="1924050"/>
            <a:ext cx="16764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536B7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Interface hardware</a:t>
            </a:r>
          </a:p>
        </p:txBody>
      </p:sp>
      <p:sp>
        <p:nvSpPr>
          <p:cNvPr id="105" name="Template 20 object 105">
            <a:extLst xmlns:a="http://schemas.openxmlformats.org/drawingml/2006/main">
              <a:ext uri="{FF2B5EF4-FFF2-40B4-BE49-F238E27FC236}">
                <a16:creationId xmlns:a16="http://schemas.microsoft.com/office/drawing/2014/main" id="{016FFCE7-DC63-40CE-9A33-58F30078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850" y="1924050"/>
            <a:ext cx="16764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536B7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hardware</a:t>
            </a:r>
          </a:p>
        </p:txBody>
      </p:sp>
      <p:sp>
        <p:nvSpPr>
          <p:cNvPr id="106" name="Template 20 object 106">
            <a:extLst xmlns:a="http://schemas.openxmlformats.org/drawingml/2006/main">
              <a:ext uri="{FF2B5EF4-FFF2-40B4-BE49-F238E27FC236}">
                <a16:creationId xmlns:a16="http://schemas.microsoft.com/office/drawing/2014/main" id="{F21652CE-CBFE-4F86-AD89-915A329A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762250"/>
            <a:ext cx="8458200" cy="35814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15875">
            <a:solidFill>
              <a:srgbClr val="D6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>
              <a:latin typeface="Arial"/>
              <a:ea typeface="Arial"/>
              <a:cs typeface="Arial"/>
            </a:endParaRPr>
          </a:p>
        </p:txBody>
      </p:sp>
      <p:sp>
        <p:nvSpPr>
          <p:cNvPr id="107" name="Template 20 object 107">
            <a:extLst xmlns:a="http://schemas.openxmlformats.org/drawingml/2006/main">
              <a:ext uri="{FF2B5EF4-FFF2-40B4-BE49-F238E27FC236}">
                <a16:creationId xmlns:a16="http://schemas.microsoft.com/office/drawing/2014/main" id="{F54760B7-29C8-489F-A489-7A5758C8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6115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COMPUTE PLATFORM</a:t>
            </a:r>
          </a:p>
        </p:txBody>
      </p:sp>
      <p:sp>
        <p:nvSpPr>
          <p:cNvPr id="108" name="Template 20 object 108">
            <a:extLst xmlns:a="http://schemas.openxmlformats.org/drawingml/2006/main">
              <a:ext uri="{FF2B5EF4-FFF2-40B4-BE49-F238E27FC236}">
                <a16:creationId xmlns:a16="http://schemas.microsoft.com/office/drawing/2014/main" id="{7EF787D8-D8C1-4636-AAF0-88BD2CC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9900" y="3048000"/>
            <a:ext cx="1485900" cy="7620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07F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Clients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 b="0">
                <a:solidFill>
                  <a:srgbClr val="D9E6EE"/>
                </a:solidFill>
                <a:latin typeface="Arial"/>
                <a:ea typeface="Arial"/>
                <a:cs typeface="Arial"/>
              </a:rPr>
              <a:t>[Instances]</a:t>
            </a:r>
          </a:p>
        </p:txBody>
      </p:sp>
      <p:sp>
        <p:nvSpPr>
          <p:cNvPr id="109" name="Template 20 object 109">
            <a:extLst xmlns:a="http://schemas.openxmlformats.org/drawingml/2006/main">
              <a:ext uri="{FF2B5EF4-FFF2-40B4-BE49-F238E27FC236}">
                <a16:creationId xmlns:a16="http://schemas.microsoft.com/office/drawing/2014/main" id="{EF3CF567-46B5-4D5A-A658-B86F5FB8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3048000"/>
            <a:ext cx="1485900" cy="7620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07F82"/>
          </a:solidFill>
          <a:ln xmlns:a="http://schemas.openxmlformats.org/drawingml/2006/main" w="22225">
            <a:solidFill>
              <a:srgbClr val="007F8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 b="0">
                <a:solidFill>
                  <a:srgbClr val="D9E6EE"/>
                </a:solidFill>
                <a:latin typeface="Arial"/>
                <a:ea typeface="Arial"/>
                <a:cs typeface="Arial"/>
              </a:rPr>
              <a:t>Coordinator</a:t>
            </a:r>
          </a:p>
        </p:txBody>
      </p:sp>
      <p:sp>
        <p:nvSpPr>
          <p:cNvPr id="110" name="Template 20 object 110">
            <a:extLst xmlns:a="http://schemas.openxmlformats.org/drawingml/2006/main">
              <a:ext uri="{FF2B5EF4-FFF2-40B4-BE49-F238E27FC236}">
                <a16:creationId xmlns:a16="http://schemas.microsoft.com/office/drawing/2014/main" id="{160E5507-6C64-4513-A966-1F0DAB2E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7100" y="3048000"/>
            <a:ext cx="1485900" cy="7620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07F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services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 b="0">
                <a:solidFill>
                  <a:srgbClr val="D9E6EE"/>
                </a:solidFill>
                <a:latin typeface="Arial"/>
                <a:ea typeface="Arial"/>
                <a:cs typeface="Arial"/>
              </a:rPr>
              <a:t>[Functions]</a:t>
            </a:r>
          </a:p>
        </p:txBody>
      </p:sp>
      <p:sp>
        <p:nvSpPr>
          <p:cNvPr id="111" name="Template 20 object 111">
            <a:extLst xmlns:a="http://schemas.openxmlformats.org/drawingml/2006/main">
              <a:ext uri="{FF2B5EF4-FFF2-40B4-BE49-F238E27FC236}">
                <a16:creationId xmlns:a16="http://schemas.microsoft.com/office/drawing/2014/main" id="{1AB4A4C6-61AF-41BF-96FF-8F202A53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7100" y="4305300"/>
            <a:ext cx="1485900" cy="7620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536B7B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Planner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[Role]</a:t>
            </a:r>
          </a:p>
        </p:txBody>
      </p:sp>
      <p:sp>
        <p:nvSpPr>
          <p:cNvPr id="112" name="Template 20 object 112">
            <a:extLst xmlns:a="http://schemas.openxmlformats.org/drawingml/2006/main">
              <a:ext uri="{FF2B5EF4-FFF2-40B4-BE49-F238E27FC236}">
                <a16:creationId xmlns:a16="http://schemas.microsoft.com/office/drawing/2014/main" id="{90D9D143-AA53-4F4E-BC51-0B0204E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0" y="34290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3" name="Template 20 object 113">
            <a:extLst xmlns:a="http://schemas.openxmlformats.org/drawingml/2006/main">
              <a:ext uri="{FF2B5EF4-FFF2-40B4-BE49-F238E27FC236}">
                <a16:creationId xmlns:a16="http://schemas.microsoft.com/office/drawing/2014/main" id="{987308A8-010C-464F-9A6B-0F009E43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950" y="2990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Data</a:t>
            </a:r>
          </a:p>
          <a:p xmlns:a="http://schemas.openxmlformats.org/drawingml/2006/main">
            <a:pPr algn="ctr"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114" name="Template 20 object 114">
            <a:extLst xmlns:a="http://schemas.openxmlformats.org/drawingml/2006/main">
              <a:ext uri="{FF2B5EF4-FFF2-40B4-BE49-F238E27FC236}">
                <a16:creationId xmlns:a16="http://schemas.microsoft.com/office/drawing/2014/main" id="{C205036E-BE83-4325-9B1D-0F66EEF1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5600" y="34290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5" name="Template 20 object 115">
            <a:extLst xmlns:a="http://schemas.openxmlformats.org/drawingml/2006/main">
              <a:ext uri="{FF2B5EF4-FFF2-40B4-BE49-F238E27FC236}">
                <a16:creationId xmlns:a16="http://schemas.microsoft.com/office/drawing/2014/main" id="{94AA0CD7-C67A-45D9-95EE-334B38AE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6550" y="2990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Data</a:t>
            </a:r>
          </a:p>
          <a:p xmlns:a="http://schemas.openxmlformats.org/drawingml/2006/main">
            <a:pPr algn="ctr"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116" name="Template 20 object 116">
            <a:extLst xmlns:a="http://schemas.openxmlformats.org/drawingml/2006/main">
              <a:ext uri="{FF2B5EF4-FFF2-40B4-BE49-F238E27FC236}">
                <a16:creationId xmlns:a16="http://schemas.microsoft.com/office/drawing/2014/main" id="{5AF68F93-CA51-41DE-BDBB-56864DB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38671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Control</a:t>
            </a:r>
          </a:p>
          <a:p xmlns:a="http://schemas.openxmlformats.org/drawingml/2006/main">
            <a:pPr algn="ctr"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17" name="Template 20 object 117">
            <a:extLst xmlns:a="http://schemas.openxmlformats.org/drawingml/2006/main">
              <a:ext uri="{FF2B5EF4-FFF2-40B4-BE49-F238E27FC236}">
                <a16:creationId xmlns:a16="http://schemas.microsoft.com/office/drawing/2014/main" id="{917CC54F-75EE-46A8-8033-DC6BBBFA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2850" y="2476500"/>
            <a:ext cx="0" cy="4953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02A43"/>
            </a:solidFill>
            <a:prstDash val="sysDot"/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8" name="Template 20 object 118">
            <a:extLst xmlns:a="http://schemas.openxmlformats.org/drawingml/2006/main">
              <a:ext uri="{FF2B5EF4-FFF2-40B4-BE49-F238E27FC236}">
                <a16:creationId xmlns:a16="http://schemas.microsoft.com/office/drawing/2014/main" id="{5BCDD82D-F523-42DA-A08F-8EF2FDB2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6450" y="2476500"/>
            <a:ext cx="0" cy="4953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02A43"/>
            </a:solidFill>
            <a:prstDash val="sysDot"/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9" name="Template 20 object 119">
            <a:extLst xmlns:a="http://schemas.openxmlformats.org/drawingml/2006/main">
              <a:ext uri="{FF2B5EF4-FFF2-40B4-BE49-F238E27FC236}">
                <a16:creationId xmlns:a16="http://schemas.microsoft.com/office/drawing/2014/main" id="{7AD26A86-B425-48D0-AD03-B3A281DC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0050" y="2476500"/>
            <a:ext cx="0" cy="4953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02A43"/>
            </a:solidFill>
            <a:prstDash val="sysDot"/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0" name="Template 20 object 120">
            <a:extLst xmlns:a="http://schemas.openxmlformats.org/drawingml/2006/main">
              <a:ext uri="{FF2B5EF4-FFF2-40B4-BE49-F238E27FC236}">
                <a16:creationId xmlns:a16="http://schemas.microsoft.com/office/drawing/2014/main" id="{F103B89C-5D70-4A2F-8A40-E9417C3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4305300"/>
            <a:ext cx="1485900" cy="7620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7F82"/>
          </a:solidFill>
          <a:ln xmlns:a="http://schemas.openxmlformats.org/drawingml/2006/main" w="22225">
            <a:solidFill>
              <a:srgbClr val="007F8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Environment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 b="0">
                <a:solidFill>
                  <a:srgbClr val="D9E6EE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121" name="Template 20 object 121">
            <a:extLst xmlns:a="http://schemas.openxmlformats.org/drawingml/2006/main">
              <a:ext uri="{FF2B5EF4-FFF2-40B4-BE49-F238E27FC236}">
                <a16:creationId xmlns:a16="http://schemas.microsoft.com/office/drawing/2014/main" id="{0F00E0AD-2108-4496-BE02-BEB04C19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6450" y="3886200"/>
            <a:ext cx="0" cy="342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2" name="Template 20 object 122">
            <a:extLst xmlns:a="http://schemas.openxmlformats.org/drawingml/2006/main">
              <a:ext uri="{FF2B5EF4-FFF2-40B4-BE49-F238E27FC236}">
                <a16:creationId xmlns:a16="http://schemas.microsoft.com/office/drawing/2014/main" id="{D6040AF6-759B-4FDA-9649-29555C4F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9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23" name="Template 20 object 123">
            <a:extLst xmlns:a="http://schemas.openxmlformats.org/drawingml/2006/main">
              <a:ext uri="{FF2B5EF4-FFF2-40B4-BE49-F238E27FC236}">
                <a16:creationId xmlns:a16="http://schemas.microsoft.com/office/drawing/2014/main" id="{5C010103-79A6-43C7-93F5-B1BC751A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5524500"/>
            <a:ext cx="7962900" cy="5143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007F8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SHARED COMPUTE RESOURCES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[Processing, simulation, orchestration, and models]</a:t>
            </a:r>
          </a:p>
        </p:txBody>
      </p:sp>
      <p:sp>
        <p:nvSpPr>
          <p:cNvPr id="124" name="Template 20 object 124">
            <a:extLst xmlns:a="http://schemas.openxmlformats.org/drawingml/2006/main">
              <a:ext uri="{FF2B5EF4-FFF2-40B4-BE49-F238E27FC236}">
                <a16:creationId xmlns:a16="http://schemas.microsoft.com/office/drawing/2014/main" id="{BDF9A1B2-2245-41B2-8B2D-9F19832D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39300" y="3048000"/>
            <a:ext cx="1943100" cy="7620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07F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Monitoring UI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 b="0">
                <a:solidFill>
                  <a:srgbClr val="D9E6EE"/>
                </a:solidFill>
                <a:latin typeface="Arial"/>
                <a:ea typeface="Arial"/>
                <a:cs typeface="Arial"/>
              </a:rPr>
              <a:t>[System and application metrics]</a:t>
            </a:r>
          </a:p>
        </p:txBody>
      </p:sp>
      <p:sp>
        <p:nvSpPr>
          <p:cNvPr id="125" name="Template 20 object 125">
            <a:extLst xmlns:a="http://schemas.openxmlformats.org/drawingml/2006/main">
              <a:ext uri="{FF2B5EF4-FFF2-40B4-BE49-F238E27FC236}">
                <a16:creationId xmlns:a16="http://schemas.microsoft.com/office/drawing/2014/main" id="{70ED85D6-8197-4C72-AA0E-13A85E53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9200" y="342900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6" name="Template 20 object 126">
            <a:extLst xmlns:a="http://schemas.openxmlformats.org/drawingml/2006/main">
              <a:ext uri="{FF2B5EF4-FFF2-40B4-BE49-F238E27FC236}">
                <a16:creationId xmlns:a16="http://schemas.microsoft.com/office/drawing/2014/main" id="{5A8B569F-EE1A-447D-B8D2-A3FF658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0050" y="3886200"/>
            <a:ext cx="0" cy="342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7" name="Template 20 object 127">
            <a:extLst xmlns:a="http://schemas.openxmlformats.org/drawingml/2006/main">
              <a:ext uri="{FF2B5EF4-FFF2-40B4-BE49-F238E27FC236}">
                <a16:creationId xmlns:a16="http://schemas.microsoft.com/office/drawing/2014/main" id="{64F34500-2E7E-4780-A6AA-5C88899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4305300"/>
            <a:ext cx="1485900" cy="7620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536B7B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I/O layer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[Interfaces]</a:t>
            </a:r>
          </a:p>
        </p:txBody>
      </p:sp>
      <p:sp>
        <p:nvSpPr>
          <p:cNvPr id="128" name="Template 20 object 128">
            <a:extLst xmlns:a="http://schemas.openxmlformats.org/drawingml/2006/main">
              <a:ext uri="{FF2B5EF4-FFF2-40B4-BE49-F238E27FC236}">
                <a16:creationId xmlns:a16="http://schemas.microsoft.com/office/drawing/2014/main" id="{FAD2CFB0-F4B7-4700-AF37-FF3A7D4A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9900" y="4305300"/>
            <a:ext cx="1485900" cy="7620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536B7B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Application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simulator</a:t>
            </a:r>
          </a:p>
        </p:txBody>
      </p:sp>
      <p:sp>
        <p:nvSpPr>
          <p:cNvPr id="129" name="Template 20 object 129">
            <a:extLst xmlns:a="http://schemas.openxmlformats.org/drawingml/2006/main">
              <a:ext uri="{FF2B5EF4-FFF2-40B4-BE49-F238E27FC236}">
                <a16:creationId xmlns:a16="http://schemas.microsoft.com/office/drawing/2014/main" id="{04AB3A5C-A2FA-4729-A1F4-9BF73135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0" y="46863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0" name="Template 20 object 130">
            <a:extLst xmlns:a="http://schemas.openxmlformats.org/drawingml/2006/main">
              <a:ext uri="{FF2B5EF4-FFF2-40B4-BE49-F238E27FC236}">
                <a16:creationId xmlns:a16="http://schemas.microsoft.com/office/drawing/2014/main" id="{D7DE0DCE-A4FC-4ADD-963E-87B218ED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950" y="42672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State</a:t>
            </a:r>
          </a:p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36B7B"/>
                </a:solidFill>
                <a:latin typeface="Arial"/>
                <a:ea typeface="Arial"/>
                <a:cs typeface="Arial"/>
              </a:rPr>
              <a:t>sync</a:t>
            </a:r>
          </a:p>
        </p:txBody>
      </p:sp>
      <p:sp>
        <p:nvSpPr>
          <p:cNvPr id="131" name="Template 20 object 131">
            <a:extLst xmlns:a="http://schemas.openxmlformats.org/drawingml/2006/main">
              <a:ext uri="{FF2B5EF4-FFF2-40B4-BE49-F238E27FC236}">
                <a16:creationId xmlns:a16="http://schemas.microsoft.com/office/drawing/2014/main" id="{6CF89972-CF95-47C9-A848-2D402E6F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2876550"/>
            <a:ext cx="1752600" cy="25146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536B7B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>
              <a:latin typeface="Arial"/>
              <a:ea typeface="Arial"/>
              <a:cs typeface="Arial"/>
            </a:endParaRPr>
          </a:p>
        </p:txBody>
      </p:sp>
      <p:sp>
        <p:nvSpPr>
          <p:cNvPr id="132" name="Template 20 object 132">
            <a:extLst xmlns:a="http://schemas.openxmlformats.org/drawingml/2006/main">
              <a:ext uri="{FF2B5EF4-FFF2-40B4-BE49-F238E27FC236}">
                <a16:creationId xmlns:a16="http://schemas.microsoft.com/office/drawing/2014/main" id="{CB06EF94-539F-485A-B26B-2B16E7F8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3048000"/>
            <a:ext cx="1485900" cy="7620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19050">
            <a:solidFill>
              <a:srgbClr val="536B7B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Local model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[Role]</a:t>
            </a:r>
          </a:p>
        </p:txBody>
      </p:sp>
      <p:sp>
        <p:nvSpPr>
          <p:cNvPr id="134" name="Template 20 object 134">
            <a:extLst xmlns:a="http://schemas.openxmlformats.org/drawingml/2006/main">
              <a:ext uri="{FF2B5EF4-FFF2-40B4-BE49-F238E27FC236}">
                <a16:creationId xmlns:a16="http://schemas.microsoft.com/office/drawing/2014/main" id="{F8C4498D-1061-4785-A6F6-9F68BA0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46863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Template 20 object 135">
            <a:extLst xmlns:a="http://schemas.openxmlformats.org/drawingml/2006/main">
              <a:ext uri="{FF2B5EF4-FFF2-40B4-BE49-F238E27FC236}">
                <a16:creationId xmlns:a16="http://schemas.microsoft.com/office/drawing/2014/main" id="{BCD66341-6F12-41A8-900A-C99373EE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34290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Template 20 object 137">
            <a:extLst xmlns:a="http://schemas.openxmlformats.org/drawingml/2006/main">
              <a:ext uri="{FF2B5EF4-FFF2-40B4-BE49-F238E27FC236}">
                <a16:creationId xmlns:a16="http://schemas.microsoft.com/office/drawing/2014/main" id="{4DCE41EC-D402-4721-BCCA-B394BC92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19350" y="4400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38" name="Template 20 object 138">
            <a:extLst xmlns:a="http://schemas.openxmlformats.org/drawingml/2006/main">
              <a:ext uri="{FF2B5EF4-FFF2-40B4-BE49-F238E27FC236}">
                <a16:creationId xmlns:a16="http://schemas.microsoft.com/office/drawing/2014/main" id="{8BB0295B-BD82-4C6C-AA55-A47FA99B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19350" y="31432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39" name="Template 20 object 139">
            <a:extLst xmlns:a="http://schemas.openxmlformats.org/drawingml/2006/main">
              <a:ext uri="{FF2B5EF4-FFF2-40B4-BE49-F238E27FC236}">
                <a16:creationId xmlns:a16="http://schemas.microsoft.com/office/drawing/2014/main" id="{5288E0FB-1FBD-41C2-B484-C3EE8738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9250" y="3886200"/>
            <a:ext cx="0" cy="342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F82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0" name="Template 20 object 140">
            <a:extLst xmlns:a="http://schemas.openxmlformats.org/drawingml/2006/main">
              <a:ext uri="{FF2B5EF4-FFF2-40B4-BE49-F238E27FC236}">
                <a16:creationId xmlns:a16="http://schemas.microsoft.com/office/drawing/2014/main" id="{3AF213BD-A67C-435A-99BF-CE1EB39F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41" name="Template 20 object 141">
            <a:extLst xmlns:a="http://schemas.openxmlformats.org/drawingml/2006/main">
              <a:ext uri="{FF2B5EF4-FFF2-40B4-BE49-F238E27FC236}">
                <a16:creationId xmlns:a16="http://schemas.microsoft.com/office/drawing/2014/main" id="{12A744C3-B9CD-4C3B-AB80-3A4D3EB1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5143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rgbClr val="536B7B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42" name="Template 20 object 142">
            <a:extLst xmlns:a="http://schemas.openxmlformats.org/drawingml/2006/main">
              <a:ext uri="{FF2B5EF4-FFF2-40B4-BE49-F238E27FC236}">
                <a16:creationId xmlns:a16="http://schemas.microsoft.com/office/drawing/2014/main" id="{BE28BA22-6B12-4695-96D6-2C89EACB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1924050"/>
            <a:ext cx="16764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536B7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 hardware</a:t>
            </a:r>
          </a:p>
        </p:txBody>
      </p:sp>
      <p:sp>
        <p:nvSpPr>
          <p:cNvPr id="143" name="Template 20 object 143">
            <a:extLst xmlns:a="http://schemas.openxmlformats.org/drawingml/2006/main">
              <a:ext uri="{FF2B5EF4-FFF2-40B4-BE49-F238E27FC236}">
                <a16:creationId xmlns:a16="http://schemas.microsoft.com/office/drawing/2014/main" id="{A1B3B097-FDAF-4A26-8412-DCE377A5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9250" y="2476500"/>
            <a:ext cx="0" cy="4953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02A43"/>
            </a:solidFill>
            <a:prstDash val="sysDot"/>
            <a:headEnd type="triangle" w="med" len="med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201673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21 object 16">
            <a:extLst xmlns:a="http://schemas.openxmlformats.org/drawingml/2006/main">
              <a:ext uri="{FF2B5EF4-FFF2-40B4-BE49-F238E27FC236}">
                <a16:creationId xmlns:a16="http://schemas.microsoft.com/office/drawing/2014/main" id="{C41C76A2-B414-4466-B2B5-2991E44C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7" name="Template 21 object 17">
            <a:extLst xmlns:a="http://schemas.openxmlformats.org/drawingml/2006/main">
              <a:ext uri="{FF2B5EF4-FFF2-40B4-BE49-F238E27FC236}">
                <a16:creationId xmlns:a16="http://schemas.microsoft.com/office/drawing/2014/main" id="{32E31557-3FFE-43E5-B949-4BC7B879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18" name="Template 21 object 18">
            <a:extLst xmlns:a="http://schemas.openxmlformats.org/drawingml/2006/main">
              <a:ext uri="{FF2B5EF4-FFF2-40B4-BE49-F238E27FC236}">
                <a16:creationId xmlns:a16="http://schemas.microsoft.com/office/drawing/2014/main" id="{137593DF-C040-470D-990B-DF8D69AB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19" name="Template 21 object 19">
            <a:extLst xmlns:a="http://schemas.openxmlformats.org/drawingml/2006/main">
              <a:ext uri="{FF2B5EF4-FFF2-40B4-BE49-F238E27FC236}">
                <a16:creationId xmlns:a16="http://schemas.microsoft.com/office/drawing/2014/main" id="{D2ED7FDA-E1C6-4FB1-87F2-97479FAF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[Extension and resource implications]</a:t>
            </a:r>
          </a:p>
        </p:txBody>
      </p:sp>
      <p:sp>
        <p:nvSpPr>
          <p:cNvPr id="20" name="Template 21 object 20">
            <a:extLst xmlns:a="http://schemas.openxmlformats.org/drawingml/2006/main">
              <a:ext uri="{FF2B5EF4-FFF2-40B4-BE49-F238E27FC236}">
                <a16:creationId xmlns:a16="http://schemas.microsoft.com/office/drawing/2014/main" id="{BADF10FF-1725-436A-B296-9398AE6A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[Explain the new operating condition and its main constraint.]</a:t>
            </a:r>
          </a:p>
        </p:txBody>
      </p:sp>
      <p:sp>
        <p:nvSpPr>
          <p:cNvPr id="21" name="Template 21 object 21">
            <a:extLst xmlns:a="http://schemas.openxmlformats.org/drawingml/2006/main">
              <a:ext uri="{FF2B5EF4-FFF2-40B4-BE49-F238E27FC236}">
                <a16:creationId xmlns:a16="http://schemas.microsoft.com/office/drawing/2014/main" id="{67BBAF2F-FD6C-4A25-B548-0C97953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1">
                <a:solidFill>
                  <a:srgbClr val="007F82"/>
                </a:solidFill>
              </a:defRPr>
            </a:defPPr>
            <a:lvl1pPr algn="l">
              <a:defRPr sz="2000" b="1">
                <a:solidFill>
                  <a:srgbClr val="007F82"/>
                </a:solidFill>
              </a:defRPr>
            </a:lvl1pPr>
            <a:lvl2pPr algn="l">
              <a:defRPr sz="2000" b="1">
                <a:solidFill>
                  <a:srgbClr val="007F82"/>
                </a:solidFill>
              </a:defRPr>
            </a:lvl2pPr>
            <a:lvl3pPr algn="l">
              <a:defRPr sz="2000" b="1">
                <a:solidFill>
                  <a:srgbClr val="007F82"/>
                </a:solidFill>
              </a:defRPr>
            </a:lvl3pPr>
            <a:lvl4pPr algn="l">
              <a:defRPr sz="2000" b="1">
                <a:solidFill>
                  <a:srgbClr val="007F82"/>
                </a:solidFill>
              </a:defRPr>
            </a:lvl4pPr>
            <a:lvl5pPr algn="l">
              <a:defRPr sz="2000" b="1">
                <a:solidFill>
                  <a:srgbClr val="007F82"/>
                </a:solidFill>
              </a:defRPr>
            </a:lvl5pPr>
            <a:lvl6pPr algn="l">
              <a:defRPr sz="2000" b="1">
                <a:solidFill>
                  <a:srgbClr val="007F82"/>
                </a:solidFill>
              </a:defRPr>
            </a:lvl6pPr>
            <a:lvl7pPr algn="l">
              <a:defRPr sz="2000" b="1">
                <a:solidFill>
                  <a:srgbClr val="007F82"/>
                </a:solidFill>
              </a:defRPr>
            </a:lvl7pPr>
            <a:lvl8pPr algn="l">
              <a:defRPr sz="2000" b="1">
                <a:solidFill>
                  <a:srgbClr val="007F82"/>
                </a:solidFill>
              </a:defRPr>
            </a:lvl8pPr>
            <a:lvl9pPr algn="l">
              <a:defRPr sz="2000" b="1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007F82"/>
                </a:solidFill>
              </a:defRPr>
            </a:pPr>
            <a:r>
              <a:rPr sz="2000" b="1">
                <a:solidFill>
                  <a:srgbClr val="007F82"/>
                </a:solidFill>
              </a:rPr>
              <a:t>[End-to-end path]</a:t>
            </a:r>
          </a:p>
        </p:txBody>
      </p:sp>
      <p:sp>
        <p:nvSpPr>
          <p:cNvPr id="22" name="Template 21 object 22">
            <a:extLst xmlns:a="http://schemas.openxmlformats.org/drawingml/2006/main">
              <a:ext uri="{FF2B5EF4-FFF2-40B4-BE49-F238E27FC236}">
                <a16:creationId xmlns:a16="http://schemas.microsoft.com/office/drawing/2014/main" id="{CCDB36E8-9164-4F76-9201-0EC0EC39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57450"/>
            <a:ext cx="41148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007F82"/>
          </a:solidFill>
          <a:ln xmlns:a="http://schemas.openxmlformats.org/drawingml/2006/main" w="15240">
            <a:solidFill>
              <a:srgbClr val="007F8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mplate 21 object 23">
            <a:extLst xmlns:a="http://schemas.openxmlformats.org/drawingml/2006/main">
              <a:ext uri="{FF2B5EF4-FFF2-40B4-BE49-F238E27FC236}">
                <a16:creationId xmlns:a16="http://schemas.microsoft.com/office/drawing/2014/main" id="{AE6DE3B2-F044-4E40-B553-96D6E7E6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</a:defRPr>
            </a:defPPr>
            <a:lvl1pPr algn="ctr">
              <a:defRPr sz="2000" b="1">
                <a:solidFill>
                  <a:srgbClr val="FFFFFF"/>
                </a:solidFill>
              </a:defRPr>
            </a:lvl1pPr>
            <a:lvl2pPr algn="ctr">
              <a:defRPr sz="2000" b="1">
                <a:solidFill>
                  <a:srgbClr val="FFFFFF"/>
                </a:solidFill>
              </a:defRPr>
            </a:lvl2pPr>
            <a:lvl3pPr algn="ctr">
              <a:defRPr sz="2000" b="1">
                <a:solidFill>
                  <a:srgbClr val="FFFFFF"/>
                </a:solidFill>
              </a:defRPr>
            </a:lvl3pPr>
            <a:lvl4pPr algn="ctr">
              <a:defRPr sz="2000" b="1">
                <a:solidFill>
                  <a:srgbClr val="FFFFFF"/>
                </a:solidFill>
              </a:defRPr>
            </a:lvl4pPr>
            <a:lvl5pPr algn="ctr">
              <a:defRPr sz="2000" b="1">
                <a:solidFill>
                  <a:srgbClr val="FFFFFF"/>
                </a:solidFill>
              </a:defRPr>
            </a:lvl5pPr>
            <a:lvl6pPr algn="ctr">
              <a:defRPr sz="2000" b="1">
                <a:solidFill>
                  <a:srgbClr val="FFFFFF"/>
                </a:solidFill>
              </a:defRPr>
            </a:lvl6pPr>
            <a:lvl7pPr algn="ctr">
              <a:defRPr sz="2000" b="1">
                <a:solidFill>
                  <a:srgbClr val="FFFFFF"/>
                </a:solidFill>
              </a:defRPr>
            </a:lvl7pPr>
            <a:lvl8pPr algn="ctr">
              <a:defRPr sz="2000" b="1">
                <a:solidFill>
                  <a:srgbClr val="FFFFFF"/>
                </a:solidFill>
              </a:defRPr>
            </a:lvl8pPr>
            <a:lvl9pPr algn="ctr">
              <a:defRPr sz="2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system</a:t>
            </a:r>
          </a:p>
        </p:txBody>
      </p:sp>
      <p:sp>
        <p:nvSpPr>
          <p:cNvPr id="24" name="Template 21 object 24">
            <a:extLst xmlns:a="http://schemas.openxmlformats.org/drawingml/2006/main">
              <a:ext uri="{FF2B5EF4-FFF2-40B4-BE49-F238E27FC236}">
                <a16:creationId xmlns:a16="http://schemas.microsoft.com/office/drawing/2014/main" id="{FF32E13F-8900-4F38-AF57-E1B9E326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0">
                <a:solidFill>
                  <a:srgbClr val="FFFFFF"/>
                </a:solidFill>
              </a:defRPr>
            </a:defPPr>
            <a:lvl1pPr algn="ctr">
              <a:defRPr sz="1600" b="0">
                <a:solidFill>
                  <a:srgbClr val="FFFFFF"/>
                </a:solidFill>
              </a:defRPr>
            </a:lvl1pPr>
            <a:lvl2pPr algn="ctr">
              <a:defRPr sz="1600" b="0">
                <a:solidFill>
                  <a:srgbClr val="FFFFFF"/>
                </a:solidFill>
              </a:defRPr>
            </a:lvl2pPr>
            <a:lvl3pPr algn="ctr">
              <a:defRPr sz="1600" b="0">
                <a:solidFill>
                  <a:srgbClr val="FFFFFF"/>
                </a:solidFill>
              </a:defRPr>
            </a:lvl3pPr>
            <a:lvl4pPr algn="ctr">
              <a:defRPr sz="1600" b="0">
                <a:solidFill>
                  <a:srgbClr val="FFFFFF"/>
                </a:solidFill>
              </a:defRPr>
            </a:lvl4pPr>
            <a:lvl5pPr algn="ctr">
              <a:defRPr sz="1600" b="0">
                <a:solidFill>
                  <a:srgbClr val="FFFFFF"/>
                </a:solidFill>
              </a:defRPr>
            </a:lvl5pPr>
            <a:lvl6pPr algn="ctr">
              <a:defRPr sz="1600" b="0">
                <a:solidFill>
                  <a:srgbClr val="FFFFFF"/>
                </a:solidFill>
              </a:defRPr>
            </a:lvl6pPr>
            <a:lvl7pPr algn="ctr">
              <a:defRPr sz="1600" b="0">
                <a:solidFill>
                  <a:srgbClr val="FFFFFF"/>
                </a:solidFill>
              </a:defRPr>
            </a:lvl7pPr>
            <a:lvl8pPr algn="ctr">
              <a:defRPr sz="1600" b="0">
                <a:solidFill>
                  <a:srgbClr val="FFFFFF"/>
                </a:solidFill>
              </a:defRPr>
            </a:lvl8pPr>
            <a:lvl9pPr algn="ctr">
              <a:defRPr sz="16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[Source role]</a:t>
            </a:r>
          </a:p>
        </p:txBody>
      </p:sp>
      <p:sp>
        <p:nvSpPr>
          <p:cNvPr id="25" name="Template 21 object 25">
            <a:extLst xmlns:a="http://schemas.openxmlformats.org/drawingml/2006/main">
              <a:ext uri="{FF2B5EF4-FFF2-40B4-BE49-F238E27FC236}">
                <a16:creationId xmlns:a16="http://schemas.microsoft.com/office/drawing/2014/main" id="{0E229FFF-2454-41D9-B702-1587F8C8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1054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2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mplate 21 object 26">
            <a:extLst xmlns:a="http://schemas.openxmlformats.org/drawingml/2006/main">
              <a:ext uri="{FF2B5EF4-FFF2-40B4-BE49-F238E27FC236}">
                <a16:creationId xmlns:a16="http://schemas.microsoft.com/office/drawing/2014/main" id="{8F42FF14-C7BD-4D73-BB41-1C5D011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007F82"/>
                </a:solidFill>
              </a:defRPr>
            </a:defPPr>
            <a:lvl1pPr algn="ctr">
              <a:defRPr sz="1600" b="1">
                <a:solidFill>
                  <a:srgbClr val="007F82"/>
                </a:solidFill>
              </a:defRPr>
            </a:lvl1pPr>
            <a:lvl2pPr algn="ctr">
              <a:defRPr sz="1600" b="1">
                <a:solidFill>
                  <a:srgbClr val="007F82"/>
                </a:solidFill>
              </a:defRPr>
            </a:lvl2pPr>
            <a:lvl3pPr algn="ctr">
              <a:defRPr sz="1600" b="1">
                <a:solidFill>
                  <a:srgbClr val="007F82"/>
                </a:solidFill>
              </a:defRPr>
            </a:lvl3pPr>
            <a:lvl4pPr algn="ctr">
              <a:defRPr sz="1600" b="1">
                <a:solidFill>
                  <a:srgbClr val="007F82"/>
                </a:solidFill>
              </a:defRPr>
            </a:lvl4pPr>
            <a:lvl5pPr algn="ctr">
              <a:defRPr sz="1600" b="1">
                <a:solidFill>
                  <a:srgbClr val="007F82"/>
                </a:solidFill>
              </a:defRPr>
            </a:lvl5pPr>
            <a:lvl6pPr algn="ctr">
              <a:defRPr sz="1600" b="1">
                <a:solidFill>
                  <a:srgbClr val="007F82"/>
                </a:solidFill>
              </a:defRPr>
            </a:lvl6pPr>
            <a:lvl7pPr algn="ctr">
              <a:defRPr sz="1600" b="1">
                <a:solidFill>
                  <a:srgbClr val="007F82"/>
                </a:solidFill>
              </a:defRPr>
            </a:lvl7pPr>
            <a:lvl8pPr algn="ctr">
              <a:defRPr sz="1600" b="1">
                <a:solidFill>
                  <a:srgbClr val="007F82"/>
                </a:solidFill>
              </a:defRPr>
            </a:lvl8pPr>
            <a:lvl9pPr algn="ctr">
              <a:defRPr sz="1600" b="1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007F82"/>
                </a:solidFill>
              </a:defRPr>
            </a:pPr>
            <a:r>
              <a:rPr sz="1600" b="0">
                <a:solidFill>
                  <a:srgbClr val="007F82"/>
                </a:solidFill>
                <a:latin typeface="Arial"/>
                <a:ea typeface="Arial"/>
                <a:cs typeface="Arial"/>
              </a:rPr>
              <a:t>Processing engine</a:t>
            </a:r>
          </a:p>
        </p:txBody>
      </p:sp>
      <p:sp>
        <p:nvSpPr>
          <p:cNvPr id="27" name="Template 21 object 27">
            <a:extLst xmlns:a="http://schemas.openxmlformats.org/drawingml/2006/main">
              <a:ext uri="{FF2B5EF4-FFF2-40B4-BE49-F238E27FC236}">
                <a16:creationId xmlns:a16="http://schemas.microsoft.com/office/drawing/2014/main" id="{359D8586-CEC6-4094-B140-87331F74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9812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15240">
            <a:solidFill>
              <a:srgbClr val="007F8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mplate 21 object 28">
            <a:extLst xmlns:a="http://schemas.openxmlformats.org/drawingml/2006/main">
              <a:ext uri="{FF2B5EF4-FFF2-40B4-BE49-F238E27FC236}">
                <a16:creationId xmlns:a16="http://schemas.microsoft.com/office/drawing/2014/main" id="{FBCCB46A-4848-43A3-98AA-376D79B0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007F82"/>
                </a:solidFill>
              </a:defRPr>
            </a:defPPr>
            <a:lvl1pPr algn="ctr">
              <a:defRPr sz="1600" b="1">
                <a:solidFill>
                  <a:srgbClr val="007F82"/>
                </a:solidFill>
              </a:defRPr>
            </a:lvl1pPr>
            <a:lvl2pPr algn="ctr">
              <a:defRPr sz="1600" b="1">
                <a:solidFill>
                  <a:srgbClr val="007F82"/>
                </a:solidFill>
              </a:defRPr>
            </a:lvl2pPr>
            <a:lvl3pPr algn="ctr">
              <a:defRPr sz="1600" b="1">
                <a:solidFill>
                  <a:srgbClr val="007F82"/>
                </a:solidFill>
              </a:defRPr>
            </a:lvl3pPr>
            <a:lvl4pPr algn="ctr">
              <a:defRPr sz="1600" b="1">
                <a:solidFill>
                  <a:srgbClr val="007F82"/>
                </a:solidFill>
              </a:defRPr>
            </a:lvl4pPr>
            <a:lvl5pPr algn="ctr">
              <a:defRPr sz="1600" b="1">
                <a:solidFill>
                  <a:srgbClr val="007F82"/>
                </a:solidFill>
              </a:defRPr>
            </a:lvl5pPr>
            <a:lvl6pPr algn="ctr">
              <a:defRPr sz="1600" b="1">
                <a:solidFill>
                  <a:srgbClr val="007F82"/>
                </a:solidFill>
              </a:defRPr>
            </a:lvl6pPr>
            <a:lvl7pPr algn="ctr">
              <a:defRPr sz="1600" b="1">
                <a:solidFill>
                  <a:srgbClr val="007F82"/>
                </a:solidFill>
              </a:defRPr>
            </a:lvl7pPr>
            <a:lvl8pPr algn="ctr">
              <a:defRPr sz="1600" b="1">
                <a:solidFill>
                  <a:srgbClr val="007F82"/>
                </a:solidFill>
              </a:defRPr>
            </a:lvl8pPr>
            <a:lvl9pPr algn="ctr">
              <a:defRPr sz="1600" b="1">
                <a:solidFill>
                  <a:srgbClr val="007F82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007F82"/>
                </a:solidFill>
              </a:defRPr>
            </a:pPr>
            <a:r>
              <a:rPr sz="1600" b="0">
                <a:solidFill>
                  <a:srgbClr val="007F82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29" name="Template 21 object 29">
            <a:extLst xmlns:a="http://schemas.openxmlformats.org/drawingml/2006/main">
              <a:ext uri="{FF2B5EF4-FFF2-40B4-BE49-F238E27FC236}">
                <a16:creationId xmlns:a16="http://schemas.microsoft.com/office/drawing/2014/main" id="{0D6108A3-594E-4C45-BB03-5A49B617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0">
                <a:solidFill>
                  <a:srgbClr val="536B7B"/>
                </a:solidFill>
              </a:defRPr>
            </a:defPPr>
            <a:lvl1pPr algn="ctr">
              <a:defRPr sz="1600" b="0">
                <a:solidFill>
                  <a:srgbClr val="536B7B"/>
                </a:solidFill>
              </a:defRPr>
            </a:lvl1pPr>
            <a:lvl2pPr algn="ctr">
              <a:defRPr sz="1600" b="0">
                <a:solidFill>
                  <a:srgbClr val="536B7B"/>
                </a:solidFill>
              </a:defRPr>
            </a:lvl2pPr>
            <a:lvl3pPr algn="ctr">
              <a:defRPr sz="1600" b="0">
                <a:solidFill>
                  <a:srgbClr val="536B7B"/>
                </a:solidFill>
              </a:defRPr>
            </a:lvl3pPr>
            <a:lvl4pPr algn="ctr">
              <a:defRPr sz="1600" b="0">
                <a:solidFill>
                  <a:srgbClr val="536B7B"/>
                </a:solidFill>
              </a:defRPr>
            </a:lvl4pPr>
            <a:lvl5pPr algn="ctr">
              <a:defRPr sz="1600" b="0">
                <a:solidFill>
                  <a:srgbClr val="536B7B"/>
                </a:solidFill>
              </a:defRPr>
            </a:lvl5pPr>
            <a:lvl6pPr algn="ctr">
              <a:defRPr sz="1600" b="0">
                <a:solidFill>
                  <a:srgbClr val="536B7B"/>
                </a:solidFill>
              </a:defRPr>
            </a:lvl6pPr>
            <a:lvl7pPr algn="ctr">
              <a:defRPr sz="1600" b="0">
                <a:solidFill>
                  <a:srgbClr val="536B7B"/>
                </a:solidFill>
              </a:defRPr>
            </a:lvl7pPr>
            <a:lvl8pPr algn="ctr">
              <a:defRPr sz="1600" b="0">
                <a:solidFill>
                  <a:srgbClr val="536B7B"/>
                </a:solidFill>
              </a:defRPr>
            </a:lvl8pPr>
            <a:lvl9pPr algn="ctr">
              <a:defRPr sz="16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Data buffer</a:t>
            </a:r>
          </a:p>
        </p:txBody>
      </p:sp>
      <p:sp>
        <p:nvSpPr>
          <p:cNvPr id="30" name="Template 21 object 30">
            <a:extLst xmlns:a="http://schemas.openxmlformats.org/drawingml/2006/main">
              <a:ext uri="{FF2B5EF4-FFF2-40B4-BE49-F238E27FC236}">
                <a16:creationId xmlns:a16="http://schemas.microsoft.com/office/drawing/2014/main" id="{0F3330AF-FCD4-4793-8910-9EC5C74B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95700"/>
            <a:ext cx="19812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15240">
            <a:solidFill>
              <a:srgbClr val="102A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mplate 21 object 31">
            <a:extLst xmlns:a="http://schemas.openxmlformats.org/drawingml/2006/main">
              <a:ext uri="{FF2B5EF4-FFF2-40B4-BE49-F238E27FC236}">
                <a16:creationId xmlns:a16="http://schemas.microsoft.com/office/drawing/2014/main" id="{6BE48A6B-9026-450E-B686-8FF0A6D6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1">
                <a:solidFill>
                  <a:srgbClr val="102A43"/>
                </a:solidFill>
              </a:defRPr>
            </a:defPPr>
            <a:lvl1pPr algn="ctr">
              <a:defRPr sz="1600" b="1">
                <a:solidFill>
                  <a:srgbClr val="102A43"/>
                </a:solidFill>
              </a:defRPr>
            </a:lvl1pPr>
            <a:lvl2pPr algn="ctr">
              <a:defRPr sz="1600" b="1">
                <a:solidFill>
                  <a:srgbClr val="102A43"/>
                </a:solidFill>
              </a:defRPr>
            </a:lvl2pPr>
            <a:lvl3pPr algn="ctr">
              <a:defRPr sz="1600" b="1">
                <a:solidFill>
                  <a:srgbClr val="102A43"/>
                </a:solidFill>
              </a:defRPr>
            </a:lvl3pPr>
            <a:lvl4pPr algn="ctr">
              <a:defRPr sz="1600" b="1">
                <a:solidFill>
                  <a:srgbClr val="102A43"/>
                </a:solidFill>
              </a:defRPr>
            </a:lvl4pPr>
            <a:lvl5pPr algn="ctr">
              <a:defRPr sz="1600" b="1">
                <a:solidFill>
                  <a:srgbClr val="102A43"/>
                </a:solidFill>
              </a:defRPr>
            </a:lvl5pPr>
            <a:lvl6pPr algn="ctr">
              <a:defRPr sz="1600" b="1">
                <a:solidFill>
                  <a:srgbClr val="102A43"/>
                </a:solidFill>
              </a:defRPr>
            </a:lvl6pPr>
            <a:lvl7pPr algn="ctr">
              <a:defRPr sz="1600" b="1">
                <a:solidFill>
                  <a:srgbClr val="102A43"/>
                </a:solidFill>
              </a:defRPr>
            </a:lvl7pPr>
            <a:lvl8pPr algn="ctr">
              <a:defRPr sz="1600" b="1">
                <a:solidFill>
                  <a:srgbClr val="102A43"/>
                </a:solidFill>
              </a:defRPr>
            </a:lvl8pPr>
            <a:lvl9pPr algn="ctr">
              <a:defRPr sz="16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02A43"/>
                </a:solidFill>
              </a:defRPr>
            </a:pPr>
            <a:r>
              <a:rPr sz="1600" b="0">
                <a:solidFill>
                  <a:srgbClr val="007F82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32" name="Template 21 object 32">
            <a:extLst xmlns:a="http://schemas.openxmlformats.org/drawingml/2006/main">
              <a:ext uri="{FF2B5EF4-FFF2-40B4-BE49-F238E27FC236}">
                <a16:creationId xmlns:a16="http://schemas.microsoft.com/office/drawing/2014/main" id="{D8A2B211-7EC0-4804-B34A-2ED289AC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005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0">
                <a:solidFill>
                  <a:srgbClr val="536B7B"/>
                </a:solidFill>
              </a:defRPr>
            </a:defPPr>
            <a:lvl1pPr algn="ctr">
              <a:defRPr sz="1600" b="0">
                <a:solidFill>
                  <a:srgbClr val="536B7B"/>
                </a:solidFill>
              </a:defRPr>
            </a:lvl1pPr>
            <a:lvl2pPr algn="ctr">
              <a:defRPr sz="1600" b="0">
                <a:solidFill>
                  <a:srgbClr val="536B7B"/>
                </a:solidFill>
              </a:defRPr>
            </a:lvl2pPr>
            <a:lvl3pPr algn="ctr">
              <a:defRPr sz="1600" b="0">
                <a:solidFill>
                  <a:srgbClr val="536B7B"/>
                </a:solidFill>
              </a:defRPr>
            </a:lvl3pPr>
            <a:lvl4pPr algn="ctr">
              <a:defRPr sz="1600" b="0">
                <a:solidFill>
                  <a:srgbClr val="536B7B"/>
                </a:solidFill>
              </a:defRPr>
            </a:lvl4pPr>
            <a:lvl5pPr algn="ctr">
              <a:defRPr sz="1600" b="0">
                <a:solidFill>
                  <a:srgbClr val="536B7B"/>
                </a:solidFill>
              </a:defRPr>
            </a:lvl5pPr>
            <a:lvl6pPr algn="ctr">
              <a:defRPr sz="1600" b="0">
                <a:solidFill>
                  <a:srgbClr val="536B7B"/>
                </a:solidFill>
              </a:defRPr>
            </a:lvl6pPr>
            <a:lvl7pPr algn="ctr">
              <a:defRPr sz="1600" b="0">
                <a:solidFill>
                  <a:srgbClr val="536B7B"/>
                </a:solidFill>
              </a:defRPr>
            </a:lvl7pPr>
            <a:lvl8pPr algn="ctr">
              <a:defRPr sz="1600" b="0">
                <a:solidFill>
                  <a:srgbClr val="536B7B"/>
                </a:solidFill>
              </a:defRPr>
            </a:lvl8pPr>
            <a:lvl9pPr algn="ctr">
              <a:defRPr sz="16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Data buffer</a:t>
            </a:r>
          </a:p>
        </p:txBody>
      </p:sp>
      <p:sp>
        <p:nvSpPr>
          <p:cNvPr id="33" name="Template 21 object 33">
            <a:extLst xmlns:a="http://schemas.openxmlformats.org/drawingml/2006/main">
              <a:ext uri="{FF2B5EF4-FFF2-40B4-BE49-F238E27FC236}">
                <a16:creationId xmlns:a16="http://schemas.microsoft.com/office/drawing/2014/main" id="{5B2A25EE-79BF-441C-96E8-1FB2C363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62300"/>
            <a:ext cx="1143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mplate 21 object 34">
            <a:extLst xmlns:a="http://schemas.openxmlformats.org/drawingml/2006/main">
              <a:ext uri="{FF2B5EF4-FFF2-40B4-BE49-F238E27FC236}">
                <a16:creationId xmlns:a16="http://schemas.microsoft.com/office/drawing/2014/main" id="{A2326592-719F-484E-B9C1-7F1B3FE4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00550"/>
            <a:ext cx="1143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F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mplate 21 object 35">
            <a:extLst xmlns:a="http://schemas.openxmlformats.org/drawingml/2006/main">
              <a:ext uri="{FF2B5EF4-FFF2-40B4-BE49-F238E27FC236}">
                <a16:creationId xmlns:a16="http://schemas.microsoft.com/office/drawing/2014/main" id="{8520A133-BE1B-4FC9-A012-088FAED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14300" cy="457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mplate 21 object 36">
            <a:extLst xmlns:a="http://schemas.openxmlformats.org/drawingml/2006/main">
              <a:ext uri="{FF2B5EF4-FFF2-40B4-BE49-F238E27FC236}">
                <a16:creationId xmlns:a16="http://schemas.microsoft.com/office/drawing/2014/main" id="{FF85A29B-F30F-46CF-BD92-B967564E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114300" cy="4191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mplate 21 object 37">
            <a:extLst xmlns:a="http://schemas.openxmlformats.org/drawingml/2006/main">
              <a:ext uri="{FF2B5EF4-FFF2-40B4-BE49-F238E27FC236}">
                <a16:creationId xmlns:a16="http://schemas.microsoft.com/office/drawing/2014/main" id="{2021541C-A6C2-43C5-9BD4-19537C2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3352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07F82"/>
          </a:solidFill>
          <a:ln xmlns:a="http://schemas.openxmlformats.org/drawingml/2006/main" w="15240">
            <a:solidFill>
              <a:srgbClr val="007F8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mplate 21 object 38">
            <a:extLst xmlns:a="http://schemas.openxmlformats.org/drawingml/2006/main">
              <a:ext uri="{FF2B5EF4-FFF2-40B4-BE49-F238E27FC236}">
                <a16:creationId xmlns:a16="http://schemas.microsoft.com/office/drawing/2014/main" id="{75E4F480-91E6-42C2-8DD3-B6FB25B1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</a:defRPr>
            </a:defPPr>
            <a:lvl1pPr algn="ctr">
              <a:defRPr sz="2000" b="1">
                <a:solidFill>
                  <a:srgbClr val="FFFFFF"/>
                </a:solidFill>
              </a:defRPr>
            </a:lvl1pPr>
            <a:lvl2pPr algn="ctr">
              <a:defRPr sz="2000" b="1">
                <a:solidFill>
                  <a:srgbClr val="FFFFFF"/>
                </a:solidFill>
              </a:defRPr>
            </a:lvl2pPr>
            <a:lvl3pPr algn="ctr">
              <a:defRPr sz="2000" b="1">
                <a:solidFill>
                  <a:srgbClr val="FFFFFF"/>
                </a:solidFill>
              </a:defRPr>
            </a:lvl3pPr>
            <a:lvl4pPr algn="ctr">
              <a:defRPr sz="2000" b="1">
                <a:solidFill>
                  <a:srgbClr val="FFFFFF"/>
                </a:solidFill>
              </a:defRPr>
            </a:lvl4pPr>
            <a:lvl5pPr algn="ctr">
              <a:defRPr sz="2000" b="1">
                <a:solidFill>
                  <a:srgbClr val="FFFFFF"/>
                </a:solidFill>
              </a:defRPr>
            </a:lvl5pPr>
            <a:lvl6pPr algn="ctr">
              <a:defRPr sz="2000" b="1">
                <a:solidFill>
                  <a:srgbClr val="FFFFFF"/>
                </a:solidFill>
              </a:defRPr>
            </a:lvl6pPr>
            <a:lvl7pPr algn="ctr">
              <a:defRPr sz="2000" b="1">
                <a:solidFill>
                  <a:srgbClr val="FFFFFF"/>
                </a:solidFill>
              </a:defRPr>
            </a:lvl7pPr>
            <a:lvl8pPr algn="ctr">
              <a:defRPr sz="2000" b="1">
                <a:solidFill>
                  <a:srgbClr val="FFFFFF"/>
                </a:solidFill>
              </a:defRPr>
            </a:lvl8pPr>
            <a:lvl9pPr algn="ctr">
              <a:defRPr sz="2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system</a:t>
            </a:r>
          </a:p>
        </p:txBody>
      </p:sp>
      <p:sp>
        <p:nvSpPr>
          <p:cNvPr id="39" name="Template 21 object 39">
            <a:extLst xmlns:a="http://schemas.openxmlformats.org/drawingml/2006/main">
              <a:ext uri="{FF2B5EF4-FFF2-40B4-BE49-F238E27FC236}">
                <a16:creationId xmlns:a16="http://schemas.microsoft.com/office/drawing/2014/main" id="{70152401-D757-4CD9-9CA4-B5D2D041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00" b="0">
                <a:solidFill>
                  <a:srgbClr val="536B7B"/>
                </a:solidFill>
              </a:defRPr>
            </a:defPPr>
            <a:lvl1pPr algn="ctr">
              <a:defRPr sz="1600" b="0">
                <a:solidFill>
                  <a:srgbClr val="536B7B"/>
                </a:solidFill>
              </a:defRPr>
            </a:lvl1pPr>
            <a:lvl2pPr algn="ctr">
              <a:defRPr sz="1600" b="0">
                <a:solidFill>
                  <a:srgbClr val="536B7B"/>
                </a:solidFill>
              </a:defRPr>
            </a:lvl2pPr>
            <a:lvl3pPr algn="ctr">
              <a:defRPr sz="1600" b="0">
                <a:solidFill>
                  <a:srgbClr val="536B7B"/>
                </a:solidFill>
              </a:defRPr>
            </a:lvl3pPr>
            <a:lvl4pPr algn="ctr">
              <a:defRPr sz="1600" b="0">
                <a:solidFill>
                  <a:srgbClr val="536B7B"/>
                </a:solidFill>
              </a:defRPr>
            </a:lvl4pPr>
            <a:lvl5pPr algn="ctr">
              <a:defRPr sz="1600" b="0">
                <a:solidFill>
                  <a:srgbClr val="536B7B"/>
                </a:solidFill>
              </a:defRPr>
            </a:lvl5pPr>
            <a:lvl6pPr algn="ctr">
              <a:defRPr sz="1600" b="0">
                <a:solidFill>
                  <a:srgbClr val="536B7B"/>
                </a:solidFill>
              </a:defRPr>
            </a:lvl6pPr>
            <a:lvl7pPr algn="ctr">
              <a:defRPr sz="1600" b="0">
                <a:solidFill>
                  <a:srgbClr val="536B7B"/>
                </a:solidFill>
              </a:defRPr>
            </a:lvl7pPr>
            <a:lvl8pPr algn="ctr">
              <a:defRPr sz="1600" b="0">
                <a:solidFill>
                  <a:srgbClr val="536B7B"/>
                </a:solidFill>
              </a:defRPr>
            </a:lvl8pPr>
            <a:lvl9pPr algn="ctr">
              <a:defRPr sz="1600" b="0">
                <a:solidFill>
                  <a:srgbClr val="536B7B"/>
                </a:solidFill>
              </a:defRPr>
            </a:lvl9pPr>
          </a:lstStyle>
          <a:p xmlns:a="http://schemas.openxmlformats.org/drawingml/2006/main">
            <a:pPr algn="ctr">
              <a:buNone/>
              <a:defRPr sz="1600" b="0">
                <a:solidFill>
                  <a:srgbClr val="536B7B"/>
                </a:solidFill>
              </a:defRPr>
            </a:pPr>
            <a:r>
              <a:rPr sz="1600" b="0">
                <a:solidFill>
                  <a:srgbClr val="536B7B"/>
                </a:solidFill>
                <a:latin typeface="Arial"/>
                <a:ea typeface="Arial"/>
                <a:cs typeface="Arial"/>
              </a:rPr>
              <a:t>Total delay = forward delay + return delay</a:t>
            </a:r>
          </a:p>
        </p:txBody>
      </p:sp>
      <p:sp>
        <p:nvSpPr>
          <p:cNvPr id="40" name="Template 21 object 40">
            <a:extLst xmlns:a="http://schemas.openxmlformats.org/drawingml/2006/main">
              <a:ext uri="{FF2B5EF4-FFF2-40B4-BE49-F238E27FC236}">
                <a16:creationId xmlns:a16="http://schemas.microsoft.com/office/drawing/2014/main" id="{83E0496E-2359-43AC-AF69-8F75559A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[Resource estimate]</a:t>
            </a:r>
          </a:p>
        </p:txBody>
      </p:sp>
      <p:sp>
        <p:nvSpPr>
          <p:cNvPr id="41" name="Template 21 object 41">
            <a:extLst xmlns:a="http://schemas.openxmlformats.org/drawingml/2006/main">
              <a:ext uri="{FF2B5EF4-FFF2-40B4-BE49-F238E27FC236}">
                <a16:creationId xmlns:a16="http://schemas.microsoft.com/office/drawing/2014/main" id="{54DCB5BE-5DEE-4EEE-8C00-64F825E7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[Specify the number of streams and buffering time.]</a:t>
            </a:r>
          </a:p>
        </p:txBody>
      </p:sp>
      <p:sp>
        <p:nvSpPr>
          <p:cNvPr id="45" name="Template 21 object 45">
            <a:extLst xmlns:a="http://schemas.openxmlformats.org/drawingml/2006/main">
              <a:ext uri="{FF2B5EF4-FFF2-40B4-BE49-F238E27FC236}">
                <a16:creationId xmlns:a16="http://schemas.microsoft.com/office/drawing/2014/main" id="{12512DDB-8316-42D5-A717-1152DB25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= [Required capacity per instance]</a:t>
            </a:r>
          </a:p>
        </p:txBody>
      </p:sp>
      <p:sp>
        <p:nvSpPr>
          <p:cNvPr id="46" name="Template 21 object 46">
            <a:extLst xmlns:a="http://schemas.openxmlformats.org/drawingml/2006/main">
              <a:ext uri="{FF2B5EF4-FFF2-40B4-BE49-F238E27FC236}">
                <a16:creationId xmlns:a16="http://schemas.microsoft.com/office/drawing/2014/main" id="{9F88CB94-39D5-4555-841C-3862DFE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[Define bytes per record or sample.]</a:t>
            </a:r>
          </a:p>
        </p:txBody>
      </p:sp>
      <p:sp>
        <p:nvSpPr>
          <p:cNvPr id="47" name="Template 21 object 47">
            <a:extLst xmlns:a="http://schemas.openxmlformats.org/drawingml/2006/main">
              <a:ext uri="{FF2B5EF4-FFF2-40B4-BE49-F238E27FC236}">
                <a16:creationId xmlns:a16="http://schemas.microsoft.com/office/drawing/2014/main" id="{24406E37-E977-46F9-BAE0-E37417E4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[Number of instances] × [capacity] = [total]</a:t>
            </a:r>
          </a:p>
        </p:txBody>
      </p:sp>
      <p:sp>
        <p:nvSpPr>
          <p:cNvPr id="49" name="Template 21 object 49">
            <a:extLst xmlns:a="http://schemas.openxmlformats.org/drawingml/2006/main">
              <a:ext uri="{FF2B5EF4-FFF2-40B4-BE49-F238E27FC236}">
                <a16:creationId xmlns:a16="http://schemas.microsoft.com/office/drawing/2014/main" id="{6F60A2EC-6C19-41F5-BEAB-BBCCBF5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9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Template 21 object 50">
            <a:extLst xmlns:a="http://schemas.openxmlformats.org/drawingml/2006/main">
              <a:ext uri="{FF2B5EF4-FFF2-40B4-BE49-F238E27FC236}">
                <a16:creationId xmlns:a16="http://schemas.microsoft.com/office/drawing/2014/main" id="{D10FBED5-4F13-48EB-AF53-94804C16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Next: [implementation, validation, and integration work].</a:t>
            </a:r>
          </a:p>
        </p:txBody>
      </p:sp>
      <p:sp>
        <p:nvSpPr>
          <p:cNvPr id="51" name="Template 21 object 51">
            <a:extLst xmlns:a="http://schemas.openxmlformats.org/drawingml/2006/main">
              <a:ext uri="{FF2B5EF4-FFF2-40B4-BE49-F238E27FC236}">
                <a16:creationId xmlns:a16="http://schemas.microsoft.com/office/drawing/2014/main" id="{7EB4A8CD-744C-4CDF-B9EA-D7B8A335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[Rate] × [buffer duration] × [bytes per item]</a:t>
            </a:r>
          </a:p>
        </p:txBody>
      </p:sp>
      <p:sp>
        <p:nvSpPr>
          <p:cNvPr id="52" name="Template 21 object 52">
            <a:extLst xmlns:a="http://schemas.openxmlformats.org/drawingml/2006/main">
              <a:ext uri="{FF2B5EF4-FFF2-40B4-BE49-F238E27FC236}">
                <a16:creationId xmlns:a16="http://schemas.microsoft.com/office/drawing/2014/main" id="{7A6B5658-0929-4BCA-8890-DB22A0A4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33950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1">
                <a:solidFill>
                  <a:srgbClr val="536B7B"/>
                </a:solidFill>
                <a:latin typeface="Arial"/>
                <a:ea typeface="Arial"/>
                <a:cs typeface="Arial"/>
              </a:rPr>
              <a:t>[State the feasibility condition.]</a:t>
            </a:r>
          </a:p>
          <a:p xmlns:a="http://schemas.openxmlformats.org/drawingml/2006/main">
            <a:pPr>
              <a:buNone/>
              <a:defRPr sz="1600" b="0" i="1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1">
                <a:solidFill>
                  <a:srgbClr val="536B7B"/>
                </a:solidFill>
                <a:latin typeface="Arial"/>
                <a:ea typeface="Arial"/>
                <a:cs typeface="Arial"/>
              </a:rPr>
              <a:t>[Distinguish an estimate from measured evidence.]</a:t>
            </a:r>
          </a:p>
        </p:txBody>
      </p:sp>
    </p:spTree>
    <p:extLst>
      <p:ext uri="{BB962C8B-B14F-4D97-AF65-F5344CB8AC3E}">
        <p14:creationId xmlns:p14="http://schemas.microsoft.com/office/powerpoint/2010/main" val="4674797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mplate 22 object 8">
            <a:extLst xmlns:a="http://schemas.openxmlformats.org/drawingml/2006/main">
              <a:ext uri="{FF2B5EF4-FFF2-40B4-BE49-F238E27FC236}">
                <a16:creationId xmlns:a16="http://schemas.microsoft.com/office/drawing/2014/main" id="{BFCFE633-EF62-445B-97A8-EDED37F3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F82"/>
                </a:solidFill>
                <a:latin typeface="Arial"/>
                <a:ea typeface="Arial"/>
                <a:cs typeface="Arial"/>
              </a:rPr>
              <a:t>RELATED WORK</a:t>
            </a:r>
          </a:p>
        </p:txBody>
      </p:sp>
      <p:sp>
        <p:nvSpPr>
          <p:cNvPr id="2" name="Template 22 object 2">
            <a:extLst xmlns:a="http://schemas.openxmlformats.org/drawingml/2006/main">
              <a:ext uri="{FF2B5EF4-FFF2-40B4-BE49-F238E27FC236}">
                <a16:creationId xmlns:a16="http://schemas.microsoft.com/office/drawing/2014/main" id="{EFAD3070-C8A9-4F90-AE3A-937C8831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[Comparison with relevant alternatives]</a:t>
            </a:r>
          </a:p>
        </p:txBody>
      </p:sp>
      <p:sp>
        <p:nvSpPr>
          <p:cNvPr id="9" name="Template 22 object 9">
            <a:extLst xmlns:a="http://schemas.openxmlformats.org/drawingml/2006/main">
              <a:ext uri="{FF2B5EF4-FFF2-40B4-BE49-F238E27FC236}">
                <a16:creationId xmlns:a16="http://schemas.microsoft.com/office/drawing/2014/main" id="{66A0776C-4B5C-45AF-9E6B-5BB84BB5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0" name="Template 22 object 10">
            <a:extLst xmlns:a="http://schemas.openxmlformats.org/drawingml/2006/main">
              <a:ext uri="{FF2B5EF4-FFF2-40B4-BE49-F238E27FC236}">
                <a16:creationId xmlns:a16="http://schemas.microsoft.com/office/drawing/2014/main" id="{36A2752F-8554-4563-B292-DA7A46DF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11" name="Template 22 object 11">
            <a:extLst xmlns:a="http://schemas.openxmlformats.org/drawingml/2006/main">
              <a:ext uri="{FF2B5EF4-FFF2-40B4-BE49-F238E27FC236}">
                <a16:creationId xmlns:a16="http://schemas.microsoft.com/office/drawing/2014/main" id="{CBFAC04E-455C-488D-9BE8-EA5DB7B9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[State the comparison scope and the basis for selecting alternatives.]</a:t>
            </a:r>
          </a:p>
        </p:txBody>
      </p:sp>
      <p:graphicFrame>
        <p:nvGraphicFramePr>
          <p:cNvPr id="13" name="Template 22 object 13">
            <a:extLst xmlns:a="http://schemas.openxmlformats.org/drawingml/2006/main">
              <a:ext uri="{FF2B5EF4-FFF2-40B4-BE49-F238E27FC236}">
                <a16:creationId xmlns:a16="http://schemas.microsoft.com/office/drawing/2014/main" id="{B5173E5D-0005-413B-8FFE-D11E35D8B3E6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451610"/>
                <a:gridCol w="1451610"/>
                <a:gridCol w="1451610"/>
                <a:gridCol w="1451610"/>
                <a:gridCol w="1451610"/>
              </a:tblGrid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This work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007F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Option 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Option B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Option 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Option D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Integration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007F8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BFE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Processing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007F8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BFE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Composition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007F8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BFE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Deployment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007F8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1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Requirements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007F8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1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Updates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007F8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E1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536B7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D6E2E8"/>
                      </a:solidFill>
                      <a:prstDash val="solid"/>
                    </a:lnL>
                    <a:lnR w="9525">
                      <a:solidFill>
                        <a:srgbClr val="D6E2E8"/>
                      </a:solidFill>
                      <a:prstDash val="solid"/>
                    </a:lnR>
                    <a:lnT w="9525" cmpd="sng">
                      <a:solidFill>
                        <a:srgbClr val="D6E2E8"/>
                      </a:solidFill>
                      <a:prstDash val="solid"/>
                    </a:lnT>
                    <a:lnB w="9525">
                      <a:solidFill>
                        <a:srgbClr val="D6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mplate 22 object 14">
            <a:extLst xmlns:a="http://schemas.openxmlformats.org/drawingml/2006/main">
              <a:ext uri="{FF2B5EF4-FFF2-40B4-BE49-F238E27FC236}">
                <a16:creationId xmlns:a16="http://schemas.microsoft.com/office/drawing/2014/main" id="{5675D0EB-0BE9-4B75-A401-31BF4320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[1] [Alternative A: author or organization, title, venue, year, and source.]</a:t>
            </a:r>
          </a:p>
        </p:txBody>
      </p:sp>
      <p:sp>
        <p:nvSpPr>
          <p:cNvPr id="15" name="Template 22 object 15">
            <a:extLst xmlns:a="http://schemas.openxmlformats.org/drawingml/2006/main">
              <a:ext uri="{FF2B5EF4-FFF2-40B4-BE49-F238E27FC236}">
                <a16:creationId xmlns:a16="http://schemas.microsoft.com/office/drawing/2014/main" id="{BF48BE9E-ED0A-46C0-B06F-B11005FB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[2] [Alternative B: author or organization, title, venue, year, and source.]</a:t>
            </a:r>
          </a:p>
        </p:txBody>
      </p:sp>
      <p:sp>
        <p:nvSpPr>
          <p:cNvPr id="16" name="Template 22 object 16">
            <a:extLst xmlns:a="http://schemas.openxmlformats.org/drawingml/2006/main">
              <a:ext uri="{FF2B5EF4-FFF2-40B4-BE49-F238E27FC236}">
                <a16:creationId xmlns:a16="http://schemas.microsoft.com/office/drawing/2014/main" id="{7C049673-9510-4BCB-A4F3-F759A2B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[3] [Alternative C: author or organization, title, venue, year, and source.]</a:t>
            </a:r>
          </a:p>
        </p:txBody>
      </p:sp>
      <p:sp>
        <p:nvSpPr>
          <p:cNvPr id="17" name="Template 22 object 17">
            <a:extLst xmlns:a="http://schemas.openxmlformats.org/drawingml/2006/main">
              <a:ext uri="{FF2B5EF4-FFF2-40B4-BE49-F238E27FC236}">
                <a16:creationId xmlns:a16="http://schemas.microsoft.com/office/drawing/2014/main" id="{B3BA78EA-139E-47C8-8DFC-9F9B5D8C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[4] [Alternative D: author or organization, title, venue, year, and source.]</a:t>
            </a:r>
          </a:p>
        </p:txBody>
      </p:sp>
      <p:sp>
        <p:nvSpPr>
          <p:cNvPr id="18" name="Template 22 object 18">
            <a:extLst xmlns:a="http://schemas.openxmlformats.org/drawingml/2006/main">
              <a:ext uri="{FF2B5EF4-FFF2-40B4-BE49-F238E27FC236}">
                <a16:creationId xmlns:a16="http://schemas.microsoft.com/office/drawing/2014/main" id="{4B516889-33F4-41DD-94CB-F79BB882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B7B"/>
                </a:solidFill>
                <a:latin typeface="Arial"/>
                <a:ea typeface="Arial"/>
                <a:cs typeface="Arial"/>
              </a:rPr>
              <a:t>[5] [Additional supporting source, if needed.]</a:t>
            </a:r>
          </a:p>
        </p:txBody>
      </p:sp>
      <p:sp>
        <p:nvSpPr>
          <p:cNvPr id="19" name="Template 22 object 19">
            <a:extLst xmlns:a="http://schemas.openxmlformats.org/drawingml/2006/main">
              <a:ext uri="{FF2B5EF4-FFF2-40B4-BE49-F238E27FC236}">
                <a16:creationId xmlns:a16="http://schemas.microsoft.com/office/drawing/2014/main" id="{C5C9DFFB-5A90-4A38-B480-2757EB2F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536B7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B7B"/>
                </a:solidFill>
                <a:latin typeface="Arial"/>
                <a:ea typeface="Arial"/>
                <a:cs typeface="Arial"/>
              </a:rPr>
              <a:t>— Replace each cell with a source-supported finding; define all symbols used.</a:t>
            </a:r>
          </a:p>
        </p:txBody>
      </p:sp>
    </p:spTree>
    <p:extLst>
      <p:ext uri="{BB962C8B-B14F-4D97-AF65-F5344CB8AC3E}">
        <p14:creationId xmlns:p14="http://schemas.microsoft.com/office/powerpoint/2010/main" val="7175565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mplate 23 object 11">
            <a:extLst xmlns:a="http://schemas.openxmlformats.org/drawingml/2006/main">
              <a:ext uri="{FF2B5EF4-FFF2-40B4-BE49-F238E27FC236}">
                <a16:creationId xmlns:a16="http://schemas.microsoft.com/office/drawing/2014/main" id="{BA975ABC-5BC9-4BF9-9EEF-66C41786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E9E5"/>
                </a:solidFill>
                <a:latin typeface="Arial"/>
                <a:ea typeface="Arial"/>
                <a:cs typeface="Arial"/>
              </a:rPr>
              <a:t>PROJECT LINK · Q&amp;A</a:t>
            </a:r>
          </a:p>
        </p:txBody>
      </p:sp>
      <p:sp>
        <p:nvSpPr>
          <p:cNvPr id="2" name="Template 23 object 2">
            <a:extLst xmlns:a="http://schemas.openxmlformats.org/drawingml/2006/main">
              <a:ext uri="{FF2B5EF4-FFF2-40B4-BE49-F238E27FC236}">
                <a16:creationId xmlns:a16="http://schemas.microsoft.com/office/drawing/2014/main" id="{08679147-B4DE-4B66-B352-4EE0FA05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38200"/>
            <a:ext cx="982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[PROJECT NAME]</a:t>
            </a:r>
          </a:p>
        </p:txBody>
      </p:sp>
      <p:sp>
        <p:nvSpPr>
          <p:cNvPr id="6" name="Template 23 object 6">
            <a:extLst xmlns:a="http://schemas.openxmlformats.org/drawingml/2006/main">
              <a:ext uri="{FF2B5EF4-FFF2-40B4-BE49-F238E27FC236}">
                <a16:creationId xmlns:a16="http://schemas.microsoft.com/office/drawing/2014/main" id="{B2A3FF94-A080-4C66-8D85-68C684C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40691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00" b="0" i="0">
                <a:solidFill>
                  <a:srgbClr val="BFE9E5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BFE9E5"/>
                </a:solidFill>
                <a:latin typeface="Arial"/>
                <a:ea typeface="Arial"/>
                <a:cs typeface="Arial"/>
              </a:rPr>
              <a:t>[Capability 1] · [Capability 2] · [Capability 3]</a:t>
            </a:r>
          </a:p>
        </p:txBody>
      </p:sp>
      <p:sp>
        <p:nvSpPr>
          <p:cNvPr id="7" name="Template 23 object 7">
            <a:extLst xmlns:a="http://schemas.openxmlformats.org/drawingml/2006/main">
              <a:ext uri="{FF2B5EF4-FFF2-40B4-BE49-F238E27FC236}">
                <a16:creationId xmlns:a16="http://schemas.microsoft.com/office/drawing/2014/main" id="{51CBE873-67C4-4CC4-A6D6-F2D027F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2078627"/>
            <a:ext cx="40873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 i="0" u="sng">
                <a:solidFill>
                  <a:srgbClr val="FFFFFF"/>
                </a:solidFill>
                <a:latin typeface="Arial"/>
                <a:ea typeface="Arial"/>
                <a:cs typeface="Arial"/>
              </a:rPr>
              <a:t>[Project URL]</a:t>
            </a:r>
          </a:p>
        </p:txBody>
      </p:sp>
      <p:sp>
        <p:nvSpPr>
          <p:cNvPr id="8" name="Template 23 object 8">
            <a:extLst xmlns:a="http://schemas.openxmlformats.org/drawingml/2006/main">
              <a:ext uri="{FF2B5EF4-FFF2-40B4-BE49-F238E27FC236}">
                <a16:creationId xmlns:a16="http://schemas.microsoft.com/office/drawing/2014/main" id="{C54E2B5E-C327-463C-A45E-5BE864A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7341"/>
            <a:ext cx="777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D6E2E8"/>
                </a:solidFill>
                <a:latin typeface="Arial"/>
                <a:ea typeface="Arial"/>
                <a:cs typeface="Arial"/>
              </a:rPr>
              <a:t>[Requirements or availability]</a:t>
            </a:r>
          </a:p>
        </p:txBody>
      </p:sp>
      <p:sp>
        <p:nvSpPr>
          <p:cNvPr id="9" name="Template 23 object 9">
            <a:extLst xmlns:a="http://schemas.openxmlformats.org/drawingml/2006/main">
              <a:ext uri="{FF2B5EF4-FFF2-40B4-BE49-F238E27FC236}">
                <a16:creationId xmlns:a16="http://schemas.microsoft.com/office/drawing/2014/main" id="{54E2B9D2-DEC7-49AD-837C-5810D58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5192"/>
            <a:ext cx="5242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D6E2E8"/>
                </a:solidFill>
                <a:latin typeface="Arial"/>
                <a:ea typeface="Arial"/>
                <a:cs typeface="Arial"/>
              </a:rPr>
              <a:t>Project lead: [Name and role]</a:t>
            </a:r>
          </a:p>
        </p:txBody>
      </p:sp>
      <p:sp>
        <p:nvSpPr>
          <p:cNvPr id="10" name="Template 23 object 10">
            <a:extLst xmlns:a="http://schemas.openxmlformats.org/drawingml/2006/main">
              <a:ext uri="{FF2B5EF4-FFF2-40B4-BE49-F238E27FC236}">
                <a16:creationId xmlns:a16="http://schemas.microsoft.com/office/drawing/2014/main" id="{66FE79EC-9709-4469-A72A-B4663C0A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4791"/>
            <a:ext cx="5562602" cy="50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D6E2E8"/>
                </a:solidFill>
                <a:latin typeface="Arial"/>
                <a:ea typeface="Arial"/>
                <a:cs typeface="Arial"/>
              </a:rPr>
              <a:t>Contributors: [Names]</a:t>
            </a:r>
          </a:p>
          <a:p xmlns:a="http://schemas.openxmlformats.org/drawingml/2006/main">
            <a:pPr algn="l">
              <a:buNone/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D6E2E8"/>
                </a:solidFill>
                <a:latin typeface="Arial"/>
                <a:ea typeface="Arial"/>
                <a:cs typeface="Arial"/>
              </a:rPr>
              <a:t>[Roles or affiliations]</a:t>
            </a:r>
          </a:p>
        </p:txBody>
      </p:sp>
      <p:sp>
        <p:nvSpPr>
          <p:cNvPr id="12" name="Template 23 object 12">
            <a:extLst xmlns:a="http://schemas.openxmlformats.org/drawingml/2006/main">
              <a:ext uri="{FF2B5EF4-FFF2-40B4-BE49-F238E27FC236}">
                <a16:creationId xmlns:a16="http://schemas.microsoft.com/office/drawing/2014/main" id="{92CCE8C2-6547-4C67-85A9-C4F1C9BE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6350"/>
            <a:ext cx="5181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rPr>
              <a:t>[Organization]</a:t>
            </a:r>
          </a:p>
        </p:txBody>
      </p:sp>
      <p:sp>
        <p:nvSpPr>
          <p:cNvPr id="13" name="Template 23 object 13">
            <a:extLst xmlns:a="http://schemas.openxmlformats.org/drawingml/2006/main">
              <a:ext uri="{FF2B5EF4-FFF2-40B4-BE49-F238E27FC236}">
                <a16:creationId xmlns:a16="http://schemas.microsoft.com/office/drawing/2014/main" id="{4C174992-8DC5-407D-85FE-C4933F6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10" y="6356350"/>
            <a:ext cx="333729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B3B3B3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14" name="Template 23 object 14">
            <a:extLst xmlns:a="http://schemas.openxmlformats.org/drawingml/2006/main">
              <a:ext uri="{FF2B5EF4-FFF2-40B4-BE49-F238E27FC236}">
                <a16:creationId xmlns:a16="http://schemas.microsoft.com/office/drawing/2014/main" id="{484F8B51-3ED6-4880-861B-7D227A53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666" y="5789386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D6E2E8"/>
                </a:solidFill>
                <a:latin typeface="Arial"/>
                <a:ea typeface="Arial"/>
                <a:cs typeface="Arial"/>
              </a:rPr>
              <a:t>[Insert your QR code]</a:t>
            </a:r>
          </a:p>
        </p:txBody>
      </p:sp>
      <p:sp>
        <p:nvSpPr>
          <p:cNvPr id="17" name="Template 23 object 17">
            <a:extLst xmlns:a="http://schemas.openxmlformats.org/drawingml/2006/main">
              <a:ext uri="{FF2B5EF4-FFF2-40B4-BE49-F238E27FC236}">
                <a16:creationId xmlns:a16="http://schemas.microsoft.com/office/drawing/2014/main" id="{03945F17-6FFE-4DCD-8DD0-78848FE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9992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 i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D6E2E8"/>
                </a:solidFill>
                <a:latin typeface="Arial"/>
                <a:ea typeface="Arial"/>
                <a:cs typeface="Arial"/>
              </a:rPr>
              <a:t>Acknowledgments: [Names or organizations]</a:t>
            </a:r>
          </a:p>
        </p:txBody>
      </p:sp>
      <p:sp>
        <p:nvSpPr>
          <p:cNvPr id="18" name="Template 23 object 18">
            <a:extLst xmlns:a="http://schemas.openxmlformats.org/drawingml/2006/main">
              <a:ext uri="{FF2B5EF4-FFF2-40B4-BE49-F238E27FC236}">
                <a16:creationId xmlns:a16="http://schemas.microsoft.com/office/drawing/2014/main" id="{ADCBEAAE-650C-4EA6-863A-1017E48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3050"/>
            <a:ext cx="7239000" cy="61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19" name="Template 23 object 19">
            <a:extLst xmlns:a="http://schemas.openxmlformats.org/drawingml/2006/main">
              <a:ext uri="{FF2B5EF4-FFF2-40B4-BE49-F238E27FC236}">
                <a16:creationId xmlns:a16="http://schemas.microsoft.com/office/drawing/2014/main" id="{992B776E-D47D-426A-A929-06421D74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3337741"/>
            <a:ext cx="6331131" cy="1274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B0F0"/>
                </a:solidFill>
                <a:latin typeface="Arial"/>
                <a:ea typeface="Arial"/>
                <a:cs typeface="Arial"/>
              </a:rPr>
              <a:t>[Invitation to discuss]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BFE9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B0F0"/>
                </a:solidFill>
                <a:latin typeface="Arial"/>
                <a:ea typeface="Arial"/>
                <a:cs typeface="Arial"/>
              </a:rPr>
              <a:t>[or contribute]</a:t>
            </a:r>
          </a:p>
        </p:txBody>
      </p:sp>
      <p:sp>
        <p:nvSpPr>
          <p:cNvPr id="20" name="Template 23 object 20">
            <a:extLst xmlns:a="http://schemas.openxmlformats.org/drawingml/2006/main">
              <a:ext uri="{FF2B5EF4-FFF2-40B4-BE49-F238E27FC236}">
                <a16:creationId xmlns:a16="http://schemas.microsoft.com/office/drawing/2014/main" id="{619786FD-C4C5-42EF-8D59-CEA56C43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394" y="345983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D6E2E8"/>
                </a:solidFill>
                <a:latin typeface="Arial"/>
                <a:ea typeface="Arial"/>
                <a:cs typeface="Arial"/>
              </a:rPr>
              <a:t>Contact:</a:t>
            </a:r>
          </a:p>
        </p:txBody>
      </p:sp>
      <p:sp>
        <p:nvSpPr>
          <p:cNvPr id="21" name="Template 23 object 21">
            <a:extLst xmlns:a="http://schemas.openxmlformats.org/drawingml/2006/main">
              <a:ext uri="{FF2B5EF4-FFF2-40B4-BE49-F238E27FC236}">
                <a16:creationId xmlns:a16="http://schemas.microsoft.com/office/drawing/2014/main" id="{737547BD-B6A4-49E2-A0AE-D8AFAEA5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594" y="345983"/>
            <a:ext cx="25581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 u="sng">
                <a:solidFill>
                  <a:srgbClr val="FFFFFF"/>
                </a:solidFill>
                <a:latin typeface="Arial"/>
                <a:ea typeface="Arial"/>
                <a:cs typeface="Arial"/>
              </a:rPr>
              <a:t>[Email address]</a:t>
            </a:r>
          </a:p>
        </p:txBody>
      </p:sp>
      <p:sp>
        <p:nvSpPr>
          <p:cNvPr id="22" name="Template 23 object 22">
            <a:extLst xmlns:a="http://schemas.openxmlformats.org/drawingml/2006/main">
              <a:ext uri="{FF2B5EF4-FFF2-40B4-BE49-F238E27FC236}">
                <a16:creationId xmlns:a16="http://schemas.microsoft.com/office/drawing/2014/main" id="{CF66DACE-3577-4D9A-8A12-082C1D8A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483" y="345983"/>
            <a:ext cx="21473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 u="sng">
                <a:solidFill>
                  <a:srgbClr val="FFFFFF"/>
                </a:solidFill>
                <a:latin typeface="Arial"/>
                <a:ea typeface="Arial"/>
                <a:cs typeface="Arial"/>
              </a:rPr>
              <a:t>[Website]</a:t>
            </a:r>
          </a:p>
        </p:txBody>
      </p:sp>
      <p:sp>
        <p:nvSpPr>
          <p:cNvPr id="23" name="Editable image placeholder 23">
            <a:extLst xmlns:a="http://schemas.openxmlformats.org/drawingml/2006/main">
              <a:ext uri="{FF2B5EF4-FFF2-40B4-BE49-F238E27FC236}">
                <a16:creationId xmlns:a16="http://schemas.microsoft.com/office/drawing/2014/main" id="{0E8EAB2E-C59A-4357-92DE-7FD7A5CF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BFE9E5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>
                <a:solidFill>
                  <a:srgbClr val="BFE9E5"/>
                </a:solidFill>
              </a:defRPr>
            </a:defPPr>
            <a:lvl1pPr algn="ctr">
              <a:defRPr sz="900">
                <a:solidFill>
                  <a:srgbClr val="BFE9E5"/>
                </a:solidFill>
              </a:defRPr>
            </a:lvl1pPr>
            <a:lvl2pPr algn="ctr">
              <a:defRPr sz="900">
                <a:solidFill>
                  <a:srgbClr val="BFE9E5"/>
                </a:solidFill>
              </a:defRPr>
            </a:lvl2pPr>
            <a:lvl3pPr algn="ctr">
              <a:defRPr sz="900">
                <a:solidFill>
                  <a:srgbClr val="BFE9E5"/>
                </a:solidFill>
              </a:defRPr>
            </a:lvl3pPr>
            <a:lvl4pPr algn="ctr">
              <a:defRPr sz="900">
                <a:solidFill>
                  <a:srgbClr val="BFE9E5"/>
                </a:solidFill>
              </a:defRPr>
            </a:lvl4pPr>
            <a:lvl5pPr algn="ctr">
              <a:defRPr sz="900">
                <a:solidFill>
                  <a:srgbClr val="BFE9E5"/>
                </a:solidFill>
              </a:defRPr>
            </a:lvl5pPr>
            <a:lvl6pPr algn="ctr">
              <a:defRPr sz="900">
                <a:solidFill>
                  <a:srgbClr val="BFE9E5"/>
                </a:solidFill>
              </a:defRPr>
            </a:lvl6pPr>
            <a:lvl7pPr algn="ctr">
              <a:defRPr sz="900">
                <a:solidFill>
                  <a:srgbClr val="BFE9E5"/>
                </a:solidFill>
              </a:defRPr>
            </a:lvl7pPr>
            <a:lvl8pPr algn="ctr">
              <a:defRPr sz="900">
                <a:solidFill>
                  <a:srgbClr val="BFE9E5"/>
                </a:solidFill>
              </a:defRPr>
            </a:lvl8pPr>
            <a:lvl9pPr algn="ctr">
              <a:defRPr sz="900">
                <a:solidFill>
                  <a:srgbClr val="BFE9E5"/>
                </a:solidFill>
              </a:defRPr>
            </a:lvl9pPr>
          </a:lstStyle>
          <a:p xmlns:a="http://schemas.openxmlformats.org/drawingml/2006/main">
            <a:pPr algn="ctr">
              <a:defRPr sz="900">
                <a:solidFill>
                  <a:srgbClr val="BFE9E5"/>
                </a:solidFill>
              </a:defRPr>
            </a:pPr>
            <a:r>
              <a:rPr sz="900">
                <a:solidFill>
                  <a:srgbClr val="BFE9E5"/>
                </a:solidFill>
              </a:rPr>
              <a:t>[Logo]</a:t>
            </a:r>
          </a:p>
        </p:txBody>
      </p:sp>
      <p:sp>
        <p:nvSpPr>
          <p:cNvPr id="24" name="Editable image placeholder 23">
            <a:extLst xmlns:a="http://schemas.openxmlformats.org/drawingml/2006/main">
              <a:ext uri="{FF2B5EF4-FFF2-40B4-BE49-F238E27FC236}">
                <a16:creationId xmlns:a16="http://schemas.microsoft.com/office/drawing/2014/main" id="{2DDE80C0-0D34-47BE-BBDC-6897F576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291" y="23812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BFE9E5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>
                <a:solidFill>
                  <a:srgbClr val="BFE9E5"/>
                </a:solidFill>
              </a:defRPr>
            </a:defPPr>
            <a:lvl1pPr algn="ctr">
              <a:defRPr sz="1350">
                <a:solidFill>
                  <a:srgbClr val="BFE9E5"/>
                </a:solidFill>
              </a:defRPr>
            </a:lvl1pPr>
            <a:lvl2pPr algn="ctr">
              <a:defRPr sz="1350">
                <a:solidFill>
                  <a:srgbClr val="BFE9E5"/>
                </a:solidFill>
              </a:defRPr>
            </a:lvl2pPr>
            <a:lvl3pPr algn="ctr">
              <a:defRPr sz="1350">
                <a:solidFill>
                  <a:srgbClr val="BFE9E5"/>
                </a:solidFill>
              </a:defRPr>
            </a:lvl3pPr>
            <a:lvl4pPr algn="ctr">
              <a:defRPr sz="1350">
                <a:solidFill>
                  <a:srgbClr val="BFE9E5"/>
                </a:solidFill>
              </a:defRPr>
            </a:lvl4pPr>
            <a:lvl5pPr algn="ctr">
              <a:defRPr sz="1350">
                <a:solidFill>
                  <a:srgbClr val="BFE9E5"/>
                </a:solidFill>
              </a:defRPr>
            </a:lvl5pPr>
            <a:lvl6pPr algn="ctr">
              <a:defRPr sz="1350">
                <a:solidFill>
                  <a:srgbClr val="BFE9E5"/>
                </a:solidFill>
              </a:defRPr>
            </a:lvl6pPr>
            <a:lvl7pPr algn="ctr">
              <a:defRPr sz="1350">
                <a:solidFill>
                  <a:srgbClr val="BFE9E5"/>
                </a:solidFill>
              </a:defRPr>
            </a:lvl7pPr>
            <a:lvl8pPr algn="ctr">
              <a:defRPr sz="1350">
                <a:solidFill>
                  <a:srgbClr val="BFE9E5"/>
                </a:solidFill>
              </a:defRPr>
            </a:lvl8pPr>
            <a:lvl9pPr algn="ctr">
              <a:defRPr sz="1350">
                <a:solidFill>
                  <a:srgbClr val="BFE9E5"/>
                </a:solidFill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BFE9E5"/>
                </a:solidFill>
              </a:defRPr>
            </a:pPr>
            <a:r>
              <a:rPr sz="1350">
                <a:solidFill>
                  <a:srgbClr val="BFE9E5"/>
                </a:solidFill>
              </a:rPr>
              <a:t>[Insert QR code]</a:t>
            </a:r>
          </a:p>
        </p:txBody>
      </p:sp>
    </p:spTree>
    <p:extLst>
      <p:ext uri="{BB962C8B-B14F-4D97-AF65-F5344CB8AC3E}">
        <p14:creationId xmlns:p14="http://schemas.microsoft.com/office/powerpoint/2010/main" val="380408143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lt1" folHlink="lt1"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2026-10-28T09:03:40.5420000Z</dcterms:created>
  <dcterms:modified xsi:type="dcterms:W3CDTF">2026-10-28T09:03:40.5420000Z</dcterms:modified>
</coreProperties>
</file>